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2" r:id="rId1"/>
  </p:sldMasterIdLst>
  <p:notesMasterIdLst>
    <p:notesMasterId r:id="rId39"/>
  </p:notesMasterIdLst>
  <p:sldIdLst>
    <p:sldId id="256" r:id="rId2"/>
    <p:sldId id="257" r:id="rId3"/>
    <p:sldId id="298" r:id="rId4"/>
    <p:sldId id="299" r:id="rId5"/>
    <p:sldId id="300" r:id="rId6"/>
    <p:sldId id="260" r:id="rId7"/>
    <p:sldId id="261" r:id="rId8"/>
    <p:sldId id="262" r:id="rId9"/>
    <p:sldId id="297" r:id="rId10"/>
    <p:sldId id="291" r:id="rId11"/>
    <p:sldId id="292" r:id="rId12"/>
    <p:sldId id="293" r:id="rId13"/>
    <p:sldId id="280" r:id="rId14"/>
    <p:sldId id="294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63" r:id="rId23"/>
    <p:sldId id="265" r:id="rId24"/>
    <p:sldId id="269" r:id="rId25"/>
    <p:sldId id="278" r:id="rId26"/>
    <p:sldId id="282" r:id="rId27"/>
    <p:sldId id="264" r:id="rId28"/>
    <p:sldId id="279" r:id="rId29"/>
    <p:sldId id="266" r:id="rId30"/>
    <p:sldId id="281" r:id="rId31"/>
    <p:sldId id="267" r:id="rId32"/>
    <p:sldId id="268" r:id="rId33"/>
    <p:sldId id="283" r:id="rId34"/>
    <p:sldId id="284" r:id="rId35"/>
    <p:sldId id="287" r:id="rId36"/>
    <p:sldId id="289" r:id="rId37"/>
    <p:sldId id="290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4660"/>
  </p:normalViewPr>
  <p:slideViewPr>
    <p:cSldViewPr snapToGrid="0">
      <p:cViewPr varScale="1">
        <p:scale>
          <a:sx n="86" d="100"/>
          <a:sy n="86" d="100"/>
        </p:scale>
        <p:origin x="3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BEF4614-D8BE-460D-B042-99E02F93DF90}" type="doc">
      <dgm:prSet loTypeId="urn:microsoft.com/office/officeart/2018/2/layout/IconVerticalSolidList" loCatId="icon" qsTypeId="urn:microsoft.com/office/officeart/2005/8/quickstyle/simple5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BDD98B1E-3CCB-4C79-940F-1E3F91CB10E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0" i="0">
              <a:solidFill>
                <a:schemeClr val="accent6">
                  <a:lumMod val="75000"/>
                </a:schemeClr>
              </a:solidFill>
              <a:latin typeface="Mona Sans Expanded" pitchFamily="2" charset="0"/>
            </a:rPr>
            <a:t>This project presents the design of a secure and scalable hotel network.</a:t>
          </a:r>
          <a:endParaRPr lang="en-US" sz="2000" b="0" dirty="0">
            <a:solidFill>
              <a:schemeClr val="accent6">
                <a:lumMod val="75000"/>
              </a:schemeClr>
            </a:solidFill>
            <a:latin typeface="Mona Sans Expanded" pitchFamily="2" charset="0"/>
          </a:endParaRPr>
        </a:p>
      </dgm:t>
    </dgm:pt>
    <dgm:pt modelId="{251838C5-FF6F-4D38-9C81-6B8AF4285DCB}" type="parTrans" cxnId="{CAC04A52-710A-42C3-A2D0-D1DD8B053C65}">
      <dgm:prSet/>
      <dgm:spPr/>
      <dgm:t>
        <a:bodyPr/>
        <a:lstStyle/>
        <a:p>
          <a:endParaRPr lang="en-US"/>
        </a:p>
      </dgm:t>
    </dgm:pt>
    <dgm:pt modelId="{271E1AC9-74F9-42BB-960A-D2FC65C4E08F}" type="sibTrans" cxnId="{CAC04A52-710A-42C3-A2D0-D1DD8B053C65}">
      <dgm:prSet/>
      <dgm:spPr/>
      <dgm:t>
        <a:bodyPr/>
        <a:lstStyle/>
        <a:p>
          <a:endParaRPr lang="en-US"/>
        </a:p>
      </dgm:t>
    </dgm:pt>
    <dgm:pt modelId="{C6D60A31-F2B6-4330-84DB-EB591B12AB3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0" i="0">
              <a:solidFill>
                <a:schemeClr val="accent6">
                  <a:lumMod val="75000"/>
                </a:schemeClr>
              </a:solidFill>
              <a:latin typeface="Mona Sans Expanded" pitchFamily="2" charset="0"/>
            </a:rPr>
            <a:t>The network is implemented using Cisco Packet Tracer.</a:t>
          </a:r>
          <a:endParaRPr lang="en-US" sz="2000" dirty="0">
            <a:solidFill>
              <a:schemeClr val="accent6">
                <a:lumMod val="75000"/>
              </a:schemeClr>
            </a:solidFill>
            <a:latin typeface="Mona Sans Expanded" pitchFamily="2" charset="0"/>
          </a:endParaRPr>
        </a:p>
      </dgm:t>
    </dgm:pt>
    <dgm:pt modelId="{96C2165D-7F2E-486A-A201-2BB0485138FF}" type="parTrans" cxnId="{063F47DA-F2B9-4055-AFD6-6ECCB098953A}">
      <dgm:prSet/>
      <dgm:spPr/>
      <dgm:t>
        <a:bodyPr/>
        <a:lstStyle/>
        <a:p>
          <a:endParaRPr lang="en-US"/>
        </a:p>
      </dgm:t>
    </dgm:pt>
    <dgm:pt modelId="{EDCBEAB5-C378-48CC-968C-F2925CDD8938}" type="sibTrans" cxnId="{063F47DA-F2B9-4055-AFD6-6ECCB098953A}">
      <dgm:prSet/>
      <dgm:spPr/>
      <dgm:t>
        <a:bodyPr/>
        <a:lstStyle/>
        <a:p>
          <a:endParaRPr lang="en-US"/>
        </a:p>
      </dgm:t>
    </dgm:pt>
    <dgm:pt modelId="{0B36A217-57AA-4CEF-B464-D30BE0D16C7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0" i="0">
              <a:solidFill>
                <a:schemeClr val="accent6">
                  <a:lumMod val="75000"/>
                </a:schemeClr>
              </a:solidFill>
              <a:latin typeface="Mona Sans Expanded" pitchFamily="2" charset="0"/>
            </a:rPr>
            <a:t>It supports wired and wireless users across multiple hotel departments.</a:t>
          </a:r>
          <a:endParaRPr lang="en-US" sz="2000" dirty="0">
            <a:solidFill>
              <a:schemeClr val="accent6">
                <a:lumMod val="75000"/>
              </a:schemeClr>
            </a:solidFill>
            <a:latin typeface="Mona Sans Expanded" pitchFamily="2" charset="0"/>
          </a:endParaRPr>
        </a:p>
      </dgm:t>
    </dgm:pt>
    <dgm:pt modelId="{3FF76353-5DE1-452D-8504-9F8B1EA6C568}" type="parTrans" cxnId="{050648FC-EE41-48D4-84FB-C5D964E28B4B}">
      <dgm:prSet/>
      <dgm:spPr/>
      <dgm:t>
        <a:bodyPr/>
        <a:lstStyle/>
        <a:p>
          <a:endParaRPr lang="en-US"/>
        </a:p>
      </dgm:t>
    </dgm:pt>
    <dgm:pt modelId="{A388158D-0028-4EEB-BB3A-8A4B4D714A98}" type="sibTrans" cxnId="{050648FC-EE41-48D4-84FB-C5D964E28B4B}">
      <dgm:prSet/>
      <dgm:spPr/>
      <dgm:t>
        <a:bodyPr/>
        <a:lstStyle/>
        <a:p>
          <a:endParaRPr lang="en-US"/>
        </a:p>
      </dgm:t>
    </dgm:pt>
    <dgm:pt modelId="{B1D10750-CD72-48E3-807F-AC5C41CAC729}" type="pres">
      <dgm:prSet presAssocID="{DBEF4614-D8BE-460D-B042-99E02F93DF90}" presName="root" presStyleCnt="0">
        <dgm:presLayoutVars>
          <dgm:dir/>
          <dgm:resizeHandles val="exact"/>
        </dgm:presLayoutVars>
      </dgm:prSet>
      <dgm:spPr/>
    </dgm:pt>
    <dgm:pt modelId="{2743DAEC-7F24-4B04-96A3-0D96323C6AB4}" type="pres">
      <dgm:prSet presAssocID="{BDD98B1E-3CCB-4C79-940F-1E3F91CB10E0}" presName="compNode" presStyleCnt="0"/>
      <dgm:spPr/>
    </dgm:pt>
    <dgm:pt modelId="{5D1CF71C-C712-4262-A420-56AE72066D26}" type="pres">
      <dgm:prSet presAssocID="{BDD98B1E-3CCB-4C79-940F-1E3F91CB10E0}" presName="bgRect" presStyleLbl="bgShp" presStyleIdx="0" presStyleCnt="3"/>
      <dgm:spPr/>
    </dgm:pt>
    <dgm:pt modelId="{62BEDA5D-63EA-46CE-806C-64694A6ED0AC}" type="pres">
      <dgm:prSet presAssocID="{BDD98B1E-3CCB-4C79-940F-1E3F91CB10E0}" presName="iconRect" presStyleLbl="node1" presStyleIdx="0" presStyleCnt="3" custLinFactNeighborX="10779" custLinFactNeighborY="374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0BBDB5C4-A8FE-4290-A0D1-CA3E4BA1426B}" type="pres">
      <dgm:prSet presAssocID="{BDD98B1E-3CCB-4C79-940F-1E3F91CB10E0}" presName="spaceRect" presStyleCnt="0"/>
      <dgm:spPr/>
    </dgm:pt>
    <dgm:pt modelId="{CEA56D5D-09EB-4F1B-AA7E-007BF9EAB2B0}" type="pres">
      <dgm:prSet presAssocID="{BDD98B1E-3CCB-4C79-940F-1E3F91CB10E0}" presName="parTx" presStyleLbl="revTx" presStyleIdx="0" presStyleCnt="3">
        <dgm:presLayoutVars>
          <dgm:chMax val="0"/>
          <dgm:chPref val="0"/>
        </dgm:presLayoutVars>
      </dgm:prSet>
      <dgm:spPr/>
    </dgm:pt>
    <dgm:pt modelId="{B8735D31-A287-4730-BD42-7206658BE89E}" type="pres">
      <dgm:prSet presAssocID="{271E1AC9-74F9-42BB-960A-D2FC65C4E08F}" presName="sibTrans" presStyleCnt="0"/>
      <dgm:spPr/>
    </dgm:pt>
    <dgm:pt modelId="{C1AD83B8-EC07-4802-9ABA-BAFF02993678}" type="pres">
      <dgm:prSet presAssocID="{C6D60A31-F2B6-4330-84DB-EB591B12AB30}" presName="compNode" presStyleCnt="0"/>
      <dgm:spPr/>
    </dgm:pt>
    <dgm:pt modelId="{E86CA6A6-C37D-4E2C-9CE7-CE387B4B16C7}" type="pres">
      <dgm:prSet presAssocID="{C6D60A31-F2B6-4330-84DB-EB591B12AB30}" presName="bgRect" presStyleLbl="bgShp" presStyleIdx="1" presStyleCnt="3"/>
      <dgm:spPr/>
    </dgm:pt>
    <dgm:pt modelId="{C435CE63-9B7F-4F98-8F33-224B9829F3B7}" type="pres">
      <dgm:prSet presAssocID="{C6D60A31-F2B6-4330-84DB-EB591B12AB3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ireless"/>
        </a:ext>
      </dgm:extLst>
    </dgm:pt>
    <dgm:pt modelId="{23E8B594-ABEB-41D5-A2AB-349C3637808D}" type="pres">
      <dgm:prSet presAssocID="{C6D60A31-F2B6-4330-84DB-EB591B12AB30}" presName="spaceRect" presStyleCnt="0"/>
      <dgm:spPr/>
    </dgm:pt>
    <dgm:pt modelId="{9608D6DA-B672-44D0-AE88-C31BAA5DD76D}" type="pres">
      <dgm:prSet presAssocID="{C6D60A31-F2B6-4330-84DB-EB591B12AB30}" presName="parTx" presStyleLbl="revTx" presStyleIdx="1" presStyleCnt="3">
        <dgm:presLayoutVars>
          <dgm:chMax val="0"/>
          <dgm:chPref val="0"/>
        </dgm:presLayoutVars>
      </dgm:prSet>
      <dgm:spPr/>
    </dgm:pt>
    <dgm:pt modelId="{ED94C3BC-A4AC-4D3A-B374-52B176F646B2}" type="pres">
      <dgm:prSet presAssocID="{EDCBEAB5-C378-48CC-968C-F2925CDD8938}" presName="sibTrans" presStyleCnt="0"/>
      <dgm:spPr/>
    </dgm:pt>
    <dgm:pt modelId="{A76335BB-8C5C-418A-813C-DBAE6B7B7F48}" type="pres">
      <dgm:prSet presAssocID="{0B36A217-57AA-4CEF-B464-D30BE0D16C77}" presName="compNode" presStyleCnt="0"/>
      <dgm:spPr/>
    </dgm:pt>
    <dgm:pt modelId="{3F976D4C-59DB-4E12-A4E3-C5F199ED6725}" type="pres">
      <dgm:prSet presAssocID="{0B36A217-57AA-4CEF-B464-D30BE0D16C77}" presName="bgRect" presStyleLbl="bgShp" presStyleIdx="2" presStyleCnt="3"/>
      <dgm:spPr/>
    </dgm:pt>
    <dgm:pt modelId="{990821BB-EB45-425E-B685-F49ED2B31BC7}" type="pres">
      <dgm:prSet presAssocID="{0B36A217-57AA-4CEF-B464-D30BE0D16C7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E8F34F57-73A6-4AA6-A680-8C024112A2BD}" type="pres">
      <dgm:prSet presAssocID="{0B36A217-57AA-4CEF-B464-D30BE0D16C77}" presName="spaceRect" presStyleCnt="0"/>
      <dgm:spPr/>
    </dgm:pt>
    <dgm:pt modelId="{5874D48E-2D99-4F20-85C5-CF05CB286267}" type="pres">
      <dgm:prSet presAssocID="{0B36A217-57AA-4CEF-B464-D30BE0D16C7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D36FD48-80BE-4A74-AD3F-F12AB995578E}" type="presOf" srcId="{0B36A217-57AA-4CEF-B464-D30BE0D16C77}" destId="{5874D48E-2D99-4F20-85C5-CF05CB286267}" srcOrd="0" destOrd="0" presId="urn:microsoft.com/office/officeart/2018/2/layout/IconVerticalSolidList"/>
    <dgm:cxn modelId="{CAC04A52-710A-42C3-A2D0-D1DD8B053C65}" srcId="{DBEF4614-D8BE-460D-B042-99E02F93DF90}" destId="{BDD98B1E-3CCB-4C79-940F-1E3F91CB10E0}" srcOrd="0" destOrd="0" parTransId="{251838C5-FF6F-4D38-9C81-6B8AF4285DCB}" sibTransId="{271E1AC9-74F9-42BB-960A-D2FC65C4E08F}"/>
    <dgm:cxn modelId="{5E500192-C575-4F2C-A9D9-BE6FF03404DB}" type="presOf" srcId="{BDD98B1E-3CCB-4C79-940F-1E3F91CB10E0}" destId="{CEA56D5D-09EB-4F1B-AA7E-007BF9EAB2B0}" srcOrd="0" destOrd="0" presId="urn:microsoft.com/office/officeart/2018/2/layout/IconVerticalSolidList"/>
    <dgm:cxn modelId="{BEE0319D-6ECC-4E02-9151-C61FC8B6240B}" type="presOf" srcId="{C6D60A31-F2B6-4330-84DB-EB591B12AB30}" destId="{9608D6DA-B672-44D0-AE88-C31BAA5DD76D}" srcOrd="0" destOrd="0" presId="urn:microsoft.com/office/officeart/2018/2/layout/IconVerticalSolidList"/>
    <dgm:cxn modelId="{3BB004BB-5106-4A24-8810-9E2899BFCF2B}" type="presOf" srcId="{DBEF4614-D8BE-460D-B042-99E02F93DF90}" destId="{B1D10750-CD72-48E3-807F-AC5C41CAC729}" srcOrd="0" destOrd="0" presId="urn:microsoft.com/office/officeart/2018/2/layout/IconVerticalSolidList"/>
    <dgm:cxn modelId="{063F47DA-F2B9-4055-AFD6-6ECCB098953A}" srcId="{DBEF4614-D8BE-460D-B042-99E02F93DF90}" destId="{C6D60A31-F2B6-4330-84DB-EB591B12AB30}" srcOrd="1" destOrd="0" parTransId="{96C2165D-7F2E-486A-A201-2BB0485138FF}" sibTransId="{EDCBEAB5-C378-48CC-968C-F2925CDD8938}"/>
    <dgm:cxn modelId="{050648FC-EE41-48D4-84FB-C5D964E28B4B}" srcId="{DBEF4614-D8BE-460D-B042-99E02F93DF90}" destId="{0B36A217-57AA-4CEF-B464-D30BE0D16C77}" srcOrd="2" destOrd="0" parTransId="{3FF76353-5DE1-452D-8504-9F8B1EA6C568}" sibTransId="{A388158D-0028-4EEB-BB3A-8A4B4D714A98}"/>
    <dgm:cxn modelId="{D21FDAB7-415F-47E9-8370-A8738B149F0B}" type="presParOf" srcId="{B1D10750-CD72-48E3-807F-AC5C41CAC729}" destId="{2743DAEC-7F24-4B04-96A3-0D96323C6AB4}" srcOrd="0" destOrd="0" presId="urn:microsoft.com/office/officeart/2018/2/layout/IconVerticalSolidList"/>
    <dgm:cxn modelId="{013B3F4B-555F-4609-AE41-F7B54087A8A6}" type="presParOf" srcId="{2743DAEC-7F24-4B04-96A3-0D96323C6AB4}" destId="{5D1CF71C-C712-4262-A420-56AE72066D26}" srcOrd="0" destOrd="0" presId="urn:microsoft.com/office/officeart/2018/2/layout/IconVerticalSolidList"/>
    <dgm:cxn modelId="{417DFBE5-2144-4BB5-B832-F3E8B3751F0A}" type="presParOf" srcId="{2743DAEC-7F24-4B04-96A3-0D96323C6AB4}" destId="{62BEDA5D-63EA-46CE-806C-64694A6ED0AC}" srcOrd="1" destOrd="0" presId="urn:microsoft.com/office/officeart/2018/2/layout/IconVerticalSolidList"/>
    <dgm:cxn modelId="{765916D1-C20D-4D9C-9F73-611A0F6151A8}" type="presParOf" srcId="{2743DAEC-7F24-4B04-96A3-0D96323C6AB4}" destId="{0BBDB5C4-A8FE-4290-A0D1-CA3E4BA1426B}" srcOrd="2" destOrd="0" presId="urn:microsoft.com/office/officeart/2018/2/layout/IconVerticalSolidList"/>
    <dgm:cxn modelId="{D1283150-E2C6-43AC-A91E-5A8D9F5D6284}" type="presParOf" srcId="{2743DAEC-7F24-4B04-96A3-0D96323C6AB4}" destId="{CEA56D5D-09EB-4F1B-AA7E-007BF9EAB2B0}" srcOrd="3" destOrd="0" presId="urn:microsoft.com/office/officeart/2018/2/layout/IconVerticalSolidList"/>
    <dgm:cxn modelId="{AEDEDF55-5898-418A-B8A8-A9BEDD77BB70}" type="presParOf" srcId="{B1D10750-CD72-48E3-807F-AC5C41CAC729}" destId="{B8735D31-A287-4730-BD42-7206658BE89E}" srcOrd="1" destOrd="0" presId="urn:microsoft.com/office/officeart/2018/2/layout/IconVerticalSolidList"/>
    <dgm:cxn modelId="{1F1186AF-E065-43E6-9520-5894217902A5}" type="presParOf" srcId="{B1D10750-CD72-48E3-807F-AC5C41CAC729}" destId="{C1AD83B8-EC07-4802-9ABA-BAFF02993678}" srcOrd="2" destOrd="0" presId="urn:microsoft.com/office/officeart/2018/2/layout/IconVerticalSolidList"/>
    <dgm:cxn modelId="{22699F04-A4B2-47AC-90D8-D642BACC7B78}" type="presParOf" srcId="{C1AD83B8-EC07-4802-9ABA-BAFF02993678}" destId="{E86CA6A6-C37D-4E2C-9CE7-CE387B4B16C7}" srcOrd="0" destOrd="0" presId="urn:microsoft.com/office/officeart/2018/2/layout/IconVerticalSolidList"/>
    <dgm:cxn modelId="{78296E93-1B81-48B1-8324-6A9F8B21C635}" type="presParOf" srcId="{C1AD83B8-EC07-4802-9ABA-BAFF02993678}" destId="{C435CE63-9B7F-4F98-8F33-224B9829F3B7}" srcOrd="1" destOrd="0" presId="urn:microsoft.com/office/officeart/2018/2/layout/IconVerticalSolidList"/>
    <dgm:cxn modelId="{E6B0AA2E-C8C8-4D80-B963-7BD0FAAB8601}" type="presParOf" srcId="{C1AD83B8-EC07-4802-9ABA-BAFF02993678}" destId="{23E8B594-ABEB-41D5-A2AB-349C3637808D}" srcOrd="2" destOrd="0" presId="urn:microsoft.com/office/officeart/2018/2/layout/IconVerticalSolidList"/>
    <dgm:cxn modelId="{E05D75F3-4172-45CA-BAE6-A4ACCC000699}" type="presParOf" srcId="{C1AD83B8-EC07-4802-9ABA-BAFF02993678}" destId="{9608D6DA-B672-44D0-AE88-C31BAA5DD76D}" srcOrd="3" destOrd="0" presId="urn:microsoft.com/office/officeart/2018/2/layout/IconVerticalSolidList"/>
    <dgm:cxn modelId="{EE0392FE-6AAC-4A93-9B42-4B7926BEB646}" type="presParOf" srcId="{B1D10750-CD72-48E3-807F-AC5C41CAC729}" destId="{ED94C3BC-A4AC-4D3A-B374-52B176F646B2}" srcOrd="3" destOrd="0" presId="urn:microsoft.com/office/officeart/2018/2/layout/IconVerticalSolidList"/>
    <dgm:cxn modelId="{F0469D23-EF2A-4A5D-BECA-D70207903BBF}" type="presParOf" srcId="{B1D10750-CD72-48E3-807F-AC5C41CAC729}" destId="{A76335BB-8C5C-418A-813C-DBAE6B7B7F48}" srcOrd="4" destOrd="0" presId="urn:microsoft.com/office/officeart/2018/2/layout/IconVerticalSolidList"/>
    <dgm:cxn modelId="{9FD7399F-621E-4DE1-908C-CAAB968E2ACD}" type="presParOf" srcId="{A76335BB-8C5C-418A-813C-DBAE6B7B7F48}" destId="{3F976D4C-59DB-4E12-A4E3-C5F199ED6725}" srcOrd="0" destOrd="0" presId="urn:microsoft.com/office/officeart/2018/2/layout/IconVerticalSolidList"/>
    <dgm:cxn modelId="{410B34F1-A7DB-46D3-8D74-696952DA8E3C}" type="presParOf" srcId="{A76335BB-8C5C-418A-813C-DBAE6B7B7F48}" destId="{990821BB-EB45-425E-B685-F49ED2B31BC7}" srcOrd="1" destOrd="0" presId="urn:microsoft.com/office/officeart/2018/2/layout/IconVerticalSolidList"/>
    <dgm:cxn modelId="{1426B1D9-41A1-4A35-93AF-07D479C881C5}" type="presParOf" srcId="{A76335BB-8C5C-418A-813C-DBAE6B7B7F48}" destId="{E8F34F57-73A6-4AA6-A680-8C024112A2BD}" srcOrd="2" destOrd="0" presId="urn:microsoft.com/office/officeart/2018/2/layout/IconVerticalSolidList"/>
    <dgm:cxn modelId="{BF932DC3-E4DF-40E4-A0C2-335A0826CA03}" type="presParOf" srcId="{A76335BB-8C5C-418A-813C-DBAE6B7B7F48}" destId="{5874D48E-2D99-4F20-85C5-CF05CB28626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7472EDA-9D66-4FB5-9334-C1FB49795B3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6_2" csCatId="accent6" phldr="1"/>
      <dgm:spPr/>
      <dgm:t>
        <a:bodyPr/>
        <a:lstStyle/>
        <a:p>
          <a:endParaRPr lang="en-US"/>
        </a:p>
      </dgm:t>
    </dgm:pt>
    <dgm:pt modelId="{8217A381-8FED-407B-ABAD-FB620E5058C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>
              <a:latin typeface="Mona Sans Expanded" pitchFamily="2" charset="0"/>
            </a:rPr>
            <a:t>Firewall separates internal network from ISP.</a:t>
          </a:r>
        </a:p>
      </dgm:t>
    </dgm:pt>
    <dgm:pt modelId="{EA593BE3-626D-4647-A102-9AAB761F8FEF}" type="parTrans" cxnId="{C6976A89-E6D3-45C7-B548-B8CFF279FD57}">
      <dgm:prSet/>
      <dgm:spPr/>
      <dgm:t>
        <a:bodyPr/>
        <a:lstStyle/>
        <a:p>
          <a:endParaRPr lang="en-US"/>
        </a:p>
      </dgm:t>
    </dgm:pt>
    <dgm:pt modelId="{183E8381-5B44-455A-B8DD-4BD31D0B9668}" type="sibTrans" cxnId="{C6976A89-E6D3-45C7-B548-B8CFF279FD57}">
      <dgm:prSet/>
      <dgm:spPr/>
      <dgm:t>
        <a:bodyPr/>
        <a:lstStyle/>
        <a:p>
          <a:endParaRPr lang="en-US"/>
        </a:p>
      </dgm:t>
    </dgm:pt>
    <dgm:pt modelId="{C38E3D3F-34E1-4DB3-9D19-4E0BA547BA2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>
              <a:latin typeface="Mona Sans Expanded" pitchFamily="2" charset="0"/>
            </a:rPr>
            <a:t>NAT (PAT) configured for internet access.</a:t>
          </a:r>
        </a:p>
      </dgm:t>
    </dgm:pt>
    <dgm:pt modelId="{D37EF2E4-4398-455C-B9DA-6F0CC190DD0A}" type="parTrans" cxnId="{B635DEF7-74ED-4EBD-9567-718BF2D69253}">
      <dgm:prSet/>
      <dgm:spPr/>
      <dgm:t>
        <a:bodyPr/>
        <a:lstStyle/>
        <a:p>
          <a:endParaRPr lang="en-US"/>
        </a:p>
      </dgm:t>
    </dgm:pt>
    <dgm:pt modelId="{FD1768A8-2F6B-4643-A465-7CE55EAEE1A9}" type="sibTrans" cxnId="{B635DEF7-74ED-4EBD-9567-718BF2D69253}">
      <dgm:prSet/>
      <dgm:spPr/>
      <dgm:t>
        <a:bodyPr/>
        <a:lstStyle/>
        <a:p>
          <a:endParaRPr lang="en-US"/>
        </a:p>
      </dgm:t>
    </dgm:pt>
    <dgm:pt modelId="{8CE27D23-08FE-4D26-98D1-B1101DA7A6A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>
              <a:latin typeface="Mona Sans Expanded" pitchFamily="2" charset="0"/>
            </a:rPr>
            <a:t>Traffic inspection policies enabled.</a:t>
          </a:r>
        </a:p>
      </dgm:t>
    </dgm:pt>
    <dgm:pt modelId="{C0B77A91-DE5B-4940-A32D-CC711FACC9F3}" type="parTrans" cxnId="{E765DCC7-AFA0-4090-99D9-5EBFEF9A6E83}">
      <dgm:prSet/>
      <dgm:spPr/>
      <dgm:t>
        <a:bodyPr/>
        <a:lstStyle/>
        <a:p>
          <a:endParaRPr lang="en-US"/>
        </a:p>
      </dgm:t>
    </dgm:pt>
    <dgm:pt modelId="{08B5D957-7C6A-48B9-9281-E0D7ACEB473D}" type="sibTrans" cxnId="{E765DCC7-AFA0-4090-99D9-5EBFEF9A6E83}">
      <dgm:prSet/>
      <dgm:spPr/>
      <dgm:t>
        <a:bodyPr/>
        <a:lstStyle/>
        <a:p>
          <a:endParaRPr lang="en-US"/>
        </a:p>
      </dgm:t>
    </dgm:pt>
    <dgm:pt modelId="{13459104-D03D-40CF-A88A-10744CE4E454}" type="pres">
      <dgm:prSet presAssocID="{C7472EDA-9D66-4FB5-9334-C1FB49795B34}" presName="root" presStyleCnt="0">
        <dgm:presLayoutVars>
          <dgm:dir/>
          <dgm:resizeHandles val="exact"/>
        </dgm:presLayoutVars>
      </dgm:prSet>
      <dgm:spPr/>
    </dgm:pt>
    <dgm:pt modelId="{4AE46891-5551-4348-85BF-74AF2F4A6032}" type="pres">
      <dgm:prSet presAssocID="{8217A381-8FED-407B-ABAD-FB620E5058C6}" presName="compNode" presStyleCnt="0"/>
      <dgm:spPr/>
    </dgm:pt>
    <dgm:pt modelId="{3D1DA816-68A7-40C3-88D2-D1E194CEBBB4}" type="pres">
      <dgm:prSet presAssocID="{8217A381-8FED-407B-ABAD-FB620E5058C6}" presName="bgRect" presStyleLbl="bgShp" presStyleIdx="0" presStyleCnt="3"/>
      <dgm:spPr/>
    </dgm:pt>
    <dgm:pt modelId="{8083E8F2-F4EC-41C7-8074-5DCE130EAB0B}" type="pres">
      <dgm:prSet presAssocID="{8217A381-8FED-407B-ABAD-FB620E5058C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CC04F72B-872D-4075-A43B-B96E268130F9}" type="pres">
      <dgm:prSet presAssocID="{8217A381-8FED-407B-ABAD-FB620E5058C6}" presName="spaceRect" presStyleCnt="0"/>
      <dgm:spPr/>
    </dgm:pt>
    <dgm:pt modelId="{AEBDFF78-508D-4E6E-BF8D-3C036FA9FC50}" type="pres">
      <dgm:prSet presAssocID="{8217A381-8FED-407B-ABAD-FB620E5058C6}" presName="parTx" presStyleLbl="revTx" presStyleIdx="0" presStyleCnt="3">
        <dgm:presLayoutVars>
          <dgm:chMax val="0"/>
          <dgm:chPref val="0"/>
        </dgm:presLayoutVars>
      </dgm:prSet>
      <dgm:spPr/>
    </dgm:pt>
    <dgm:pt modelId="{32876BC6-783F-4665-8A05-12C7C2E93FB4}" type="pres">
      <dgm:prSet presAssocID="{183E8381-5B44-455A-B8DD-4BD31D0B9668}" presName="sibTrans" presStyleCnt="0"/>
      <dgm:spPr/>
    </dgm:pt>
    <dgm:pt modelId="{CB03B2F1-3F0A-486B-B69C-59F88BA79E12}" type="pres">
      <dgm:prSet presAssocID="{C38E3D3F-34E1-4DB3-9D19-4E0BA547BA22}" presName="compNode" presStyleCnt="0"/>
      <dgm:spPr/>
    </dgm:pt>
    <dgm:pt modelId="{C12167B3-C45C-4D58-B79E-C18DAB2B1E36}" type="pres">
      <dgm:prSet presAssocID="{C38E3D3F-34E1-4DB3-9D19-4E0BA547BA22}" presName="bgRect" presStyleLbl="bgShp" presStyleIdx="1" presStyleCnt="3"/>
      <dgm:spPr/>
    </dgm:pt>
    <dgm:pt modelId="{C5CF6B77-BAED-42AC-B8E7-B768ED53AACE}" type="pres">
      <dgm:prSet presAssocID="{C38E3D3F-34E1-4DB3-9D19-4E0BA547BA2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"/>
        </a:ext>
      </dgm:extLst>
    </dgm:pt>
    <dgm:pt modelId="{BD6C8B71-06B4-4115-9549-164E7D7E6449}" type="pres">
      <dgm:prSet presAssocID="{C38E3D3F-34E1-4DB3-9D19-4E0BA547BA22}" presName="spaceRect" presStyleCnt="0"/>
      <dgm:spPr/>
    </dgm:pt>
    <dgm:pt modelId="{6C51D027-BC92-406C-9B48-C93F31158124}" type="pres">
      <dgm:prSet presAssocID="{C38E3D3F-34E1-4DB3-9D19-4E0BA547BA22}" presName="parTx" presStyleLbl="revTx" presStyleIdx="1" presStyleCnt="3">
        <dgm:presLayoutVars>
          <dgm:chMax val="0"/>
          <dgm:chPref val="0"/>
        </dgm:presLayoutVars>
      </dgm:prSet>
      <dgm:spPr/>
    </dgm:pt>
    <dgm:pt modelId="{958FEDCD-4491-4DBD-BE39-BE21FB75B454}" type="pres">
      <dgm:prSet presAssocID="{FD1768A8-2F6B-4643-A465-7CE55EAEE1A9}" presName="sibTrans" presStyleCnt="0"/>
      <dgm:spPr/>
    </dgm:pt>
    <dgm:pt modelId="{64EF886B-87CC-4B7A-8A31-16F560252BE9}" type="pres">
      <dgm:prSet presAssocID="{8CE27D23-08FE-4D26-98D1-B1101DA7A6A8}" presName="compNode" presStyleCnt="0"/>
      <dgm:spPr/>
    </dgm:pt>
    <dgm:pt modelId="{C8A59C91-08EB-489A-9F7C-AF7DAF9BC20E}" type="pres">
      <dgm:prSet presAssocID="{8CE27D23-08FE-4D26-98D1-B1101DA7A6A8}" presName="bgRect" presStyleLbl="bgShp" presStyleIdx="2" presStyleCnt="3"/>
      <dgm:spPr/>
    </dgm:pt>
    <dgm:pt modelId="{6A17E6B3-6212-4885-A88E-AF7E91762D3E}" type="pres">
      <dgm:prSet presAssocID="{8CE27D23-08FE-4D26-98D1-B1101DA7A6A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ffic Light"/>
        </a:ext>
      </dgm:extLst>
    </dgm:pt>
    <dgm:pt modelId="{029B7EA9-77FF-4210-B181-2C6BDE0E72FF}" type="pres">
      <dgm:prSet presAssocID="{8CE27D23-08FE-4D26-98D1-B1101DA7A6A8}" presName="spaceRect" presStyleCnt="0"/>
      <dgm:spPr/>
    </dgm:pt>
    <dgm:pt modelId="{C7780AA1-5590-4E87-B096-4B6088B50FD6}" type="pres">
      <dgm:prSet presAssocID="{8CE27D23-08FE-4D26-98D1-B1101DA7A6A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9161E18-0D49-431C-B755-9A9D7CD5AB7B}" type="presOf" srcId="{C7472EDA-9D66-4FB5-9334-C1FB49795B34}" destId="{13459104-D03D-40CF-A88A-10744CE4E454}" srcOrd="0" destOrd="0" presId="urn:microsoft.com/office/officeart/2018/2/layout/IconVerticalSolidList"/>
    <dgm:cxn modelId="{46517E56-52A9-43C9-8CF1-CB87F6AD4620}" type="presOf" srcId="{8217A381-8FED-407B-ABAD-FB620E5058C6}" destId="{AEBDFF78-508D-4E6E-BF8D-3C036FA9FC50}" srcOrd="0" destOrd="0" presId="urn:microsoft.com/office/officeart/2018/2/layout/IconVerticalSolidList"/>
    <dgm:cxn modelId="{C6976A89-E6D3-45C7-B548-B8CFF279FD57}" srcId="{C7472EDA-9D66-4FB5-9334-C1FB49795B34}" destId="{8217A381-8FED-407B-ABAD-FB620E5058C6}" srcOrd="0" destOrd="0" parTransId="{EA593BE3-626D-4647-A102-9AAB761F8FEF}" sibTransId="{183E8381-5B44-455A-B8DD-4BD31D0B9668}"/>
    <dgm:cxn modelId="{E765DCC7-AFA0-4090-99D9-5EBFEF9A6E83}" srcId="{C7472EDA-9D66-4FB5-9334-C1FB49795B34}" destId="{8CE27D23-08FE-4D26-98D1-B1101DA7A6A8}" srcOrd="2" destOrd="0" parTransId="{C0B77A91-DE5B-4940-A32D-CC711FACC9F3}" sibTransId="{08B5D957-7C6A-48B9-9281-E0D7ACEB473D}"/>
    <dgm:cxn modelId="{C9E818DC-8082-47A2-8FCD-7F0B2C14F4D3}" type="presOf" srcId="{C38E3D3F-34E1-4DB3-9D19-4E0BA547BA22}" destId="{6C51D027-BC92-406C-9B48-C93F31158124}" srcOrd="0" destOrd="0" presId="urn:microsoft.com/office/officeart/2018/2/layout/IconVerticalSolidList"/>
    <dgm:cxn modelId="{DC0976F4-F238-4782-BD77-5045F6FDA4C2}" type="presOf" srcId="{8CE27D23-08FE-4D26-98D1-B1101DA7A6A8}" destId="{C7780AA1-5590-4E87-B096-4B6088B50FD6}" srcOrd="0" destOrd="0" presId="urn:microsoft.com/office/officeart/2018/2/layout/IconVerticalSolidList"/>
    <dgm:cxn modelId="{B635DEF7-74ED-4EBD-9567-718BF2D69253}" srcId="{C7472EDA-9D66-4FB5-9334-C1FB49795B34}" destId="{C38E3D3F-34E1-4DB3-9D19-4E0BA547BA22}" srcOrd="1" destOrd="0" parTransId="{D37EF2E4-4398-455C-B9DA-6F0CC190DD0A}" sibTransId="{FD1768A8-2F6B-4643-A465-7CE55EAEE1A9}"/>
    <dgm:cxn modelId="{BA9236DF-E5FE-4872-941B-AB7001E82E25}" type="presParOf" srcId="{13459104-D03D-40CF-A88A-10744CE4E454}" destId="{4AE46891-5551-4348-85BF-74AF2F4A6032}" srcOrd="0" destOrd="0" presId="urn:microsoft.com/office/officeart/2018/2/layout/IconVerticalSolidList"/>
    <dgm:cxn modelId="{9EB18F5E-EDB4-43FE-94BB-754967F4E969}" type="presParOf" srcId="{4AE46891-5551-4348-85BF-74AF2F4A6032}" destId="{3D1DA816-68A7-40C3-88D2-D1E194CEBBB4}" srcOrd="0" destOrd="0" presId="urn:microsoft.com/office/officeart/2018/2/layout/IconVerticalSolidList"/>
    <dgm:cxn modelId="{A88F3401-074C-469B-AF6F-9D979A61523D}" type="presParOf" srcId="{4AE46891-5551-4348-85BF-74AF2F4A6032}" destId="{8083E8F2-F4EC-41C7-8074-5DCE130EAB0B}" srcOrd="1" destOrd="0" presId="urn:microsoft.com/office/officeart/2018/2/layout/IconVerticalSolidList"/>
    <dgm:cxn modelId="{DBD85509-65FB-46BA-A846-570059058FB1}" type="presParOf" srcId="{4AE46891-5551-4348-85BF-74AF2F4A6032}" destId="{CC04F72B-872D-4075-A43B-B96E268130F9}" srcOrd="2" destOrd="0" presId="urn:microsoft.com/office/officeart/2018/2/layout/IconVerticalSolidList"/>
    <dgm:cxn modelId="{BA6CCE8D-53AA-4B67-804E-C7545DFCA937}" type="presParOf" srcId="{4AE46891-5551-4348-85BF-74AF2F4A6032}" destId="{AEBDFF78-508D-4E6E-BF8D-3C036FA9FC50}" srcOrd="3" destOrd="0" presId="urn:microsoft.com/office/officeart/2018/2/layout/IconVerticalSolidList"/>
    <dgm:cxn modelId="{3160EB9D-A373-4135-8211-5BDF3908B858}" type="presParOf" srcId="{13459104-D03D-40CF-A88A-10744CE4E454}" destId="{32876BC6-783F-4665-8A05-12C7C2E93FB4}" srcOrd="1" destOrd="0" presId="urn:microsoft.com/office/officeart/2018/2/layout/IconVerticalSolidList"/>
    <dgm:cxn modelId="{37A31334-5593-4C53-8F8D-C86F805B3DD3}" type="presParOf" srcId="{13459104-D03D-40CF-A88A-10744CE4E454}" destId="{CB03B2F1-3F0A-486B-B69C-59F88BA79E12}" srcOrd="2" destOrd="0" presId="urn:microsoft.com/office/officeart/2018/2/layout/IconVerticalSolidList"/>
    <dgm:cxn modelId="{406A9D56-5FD0-4CD4-9D31-403F650323E5}" type="presParOf" srcId="{CB03B2F1-3F0A-486B-B69C-59F88BA79E12}" destId="{C12167B3-C45C-4D58-B79E-C18DAB2B1E36}" srcOrd="0" destOrd="0" presId="urn:microsoft.com/office/officeart/2018/2/layout/IconVerticalSolidList"/>
    <dgm:cxn modelId="{037AA402-CB18-4A89-8C57-210F6BBE4ACD}" type="presParOf" srcId="{CB03B2F1-3F0A-486B-B69C-59F88BA79E12}" destId="{C5CF6B77-BAED-42AC-B8E7-B768ED53AACE}" srcOrd="1" destOrd="0" presId="urn:microsoft.com/office/officeart/2018/2/layout/IconVerticalSolidList"/>
    <dgm:cxn modelId="{A3B0138B-7D03-4FD2-BACB-9B7376ACA9F0}" type="presParOf" srcId="{CB03B2F1-3F0A-486B-B69C-59F88BA79E12}" destId="{BD6C8B71-06B4-4115-9549-164E7D7E6449}" srcOrd="2" destOrd="0" presId="urn:microsoft.com/office/officeart/2018/2/layout/IconVerticalSolidList"/>
    <dgm:cxn modelId="{C95B6113-856F-4BA2-B42F-D1D75B675E3A}" type="presParOf" srcId="{CB03B2F1-3F0A-486B-B69C-59F88BA79E12}" destId="{6C51D027-BC92-406C-9B48-C93F31158124}" srcOrd="3" destOrd="0" presId="urn:microsoft.com/office/officeart/2018/2/layout/IconVerticalSolidList"/>
    <dgm:cxn modelId="{65B33C04-FADE-4907-8990-FED09743C9F7}" type="presParOf" srcId="{13459104-D03D-40CF-A88A-10744CE4E454}" destId="{958FEDCD-4491-4DBD-BE39-BE21FB75B454}" srcOrd="3" destOrd="0" presId="urn:microsoft.com/office/officeart/2018/2/layout/IconVerticalSolidList"/>
    <dgm:cxn modelId="{13C1176E-6401-4857-890F-5CED76D27E04}" type="presParOf" srcId="{13459104-D03D-40CF-A88A-10744CE4E454}" destId="{64EF886B-87CC-4B7A-8A31-16F560252BE9}" srcOrd="4" destOrd="0" presId="urn:microsoft.com/office/officeart/2018/2/layout/IconVerticalSolidList"/>
    <dgm:cxn modelId="{25915F00-19F5-4391-A2D9-C47CCB7AFD04}" type="presParOf" srcId="{64EF886B-87CC-4B7A-8A31-16F560252BE9}" destId="{C8A59C91-08EB-489A-9F7C-AF7DAF9BC20E}" srcOrd="0" destOrd="0" presId="urn:microsoft.com/office/officeart/2018/2/layout/IconVerticalSolidList"/>
    <dgm:cxn modelId="{F013144C-CDC6-49E3-945D-C9C980C190C3}" type="presParOf" srcId="{64EF886B-87CC-4B7A-8A31-16F560252BE9}" destId="{6A17E6B3-6212-4885-A88E-AF7E91762D3E}" srcOrd="1" destOrd="0" presId="urn:microsoft.com/office/officeart/2018/2/layout/IconVerticalSolidList"/>
    <dgm:cxn modelId="{C2A7B74A-AE34-4E28-9D30-3D66C7FE1151}" type="presParOf" srcId="{64EF886B-87CC-4B7A-8A31-16F560252BE9}" destId="{029B7EA9-77FF-4210-B181-2C6BDE0E72FF}" srcOrd="2" destOrd="0" presId="urn:microsoft.com/office/officeart/2018/2/layout/IconVerticalSolidList"/>
    <dgm:cxn modelId="{949297E9-E597-4A2B-89A7-1391D4B8ED87}" type="presParOf" srcId="{64EF886B-87CC-4B7A-8A31-16F560252BE9}" destId="{C7780AA1-5590-4E87-B096-4B6088B50FD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1CF71C-C712-4262-A420-56AE72066D26}">
      <dsp:nvSpPr>
        <dsp:cNvPr id="0" name=""/>
        <dsp:cNvSpPr/>
      </dsp:nvSpPr>
      <dsp:spPr>
        <a:xfrm>
          <a:off x="0" y="671"/>
          <a:ext cx="6263640" cy="15723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62BEDA5D-63EA-46CE-806C-64694A6ED0AC}">
      <dsp:nvSpPr>
        <dsp:cNvPr id="0" name=""/>
        <dsp:cNvSpPr/>
      </dsp:nvSpPr>
      <dsp:spPr>
        <a:xfrm>
          <a:off x="568864" y="386845"/>
          <a:ext cx="864811" cy="8648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EA56D5D-09EB-4F1B-AA7E-007BF9EAB2B0}">
      <dsp:nvSpPr>
        <dsp:cNvPr id="0" name=""/>
        <dsp:cNvSpPr/>
      </dsp:nvSpPr>
      <dsp:spPr>
        <a:xfrm>
          <a:off x="1816103" y="671"/>
          <a:ext cx="4447536" cy="1572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11" tIns="166411" rIns="166411" bIns="16641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>
              <a:solidFill>
                <a:schemeClr val="accent6">
                  <a:lumMod val="75000"/>
                </a:schemeClr>
              </a:solidFill>
              <a:latin typeface="Mona Sans Expanded" pitchFamily="2" charset="0"/>
            </a:rPr>
            <a:t>This project presents the design of a secure and scalable hotel network.</a:t>
          </a:r>
          <a:endParaRPr lang="en-US" sz="2000" b="0" kern="1200" dirty="0">
            <a:solidFill>
              <a:schemeClr val="accent6">
                <a:lumMod val="75000"/>
              </a:schemeClr>
            </a:solidFill>
            <a:latin typeface="Mona Sans Expanded" pitchFamily="2" charset="0"/>
          </a:endParaRPr>
        </a:p>
      </dsp:txBody>
      <dsp:txXfrm>
        <a:off x="1816103" y="671"/>
        <a:ext cx="4447536" cy="1572384"/>
      </dsp:txXfrm>
    </dsp:sp>
    <dsp:sp modelId="{E86CA6A6-C37D-4E2C-9CE7-CE387B4B16C7}">
      <dsp:nvSpPr>
        <dsp:cNvPr id="0" name=""/>
        <dsp:cNvSpPr/>
      </dsp:nvSpPr>
      <dsp:spPr>
        <a:xfrm>
          <a:off x="0" y="1966151"/>
          <a:ext cx="6263640" cy="15723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435CE63-9B7F-4F98-8F33-224B9829F3B7}">
      <dsp:nvSpPr>
        <dsp:cNvPr id="0" name=""/>
        <dsp:cNvSpPr/>
      </dsp:nvSpPr>
      <dsp:spPr>
        <a:xfrm>
          <a:off x="475646" y="2319938"/>
          <a:ext cx="864811" cy="8648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608D6DA-B672-44D0-AE88-C31BAA5DD76D}">
      <dsp:nvSpPr>
        <dsp:cNvPr id="0" name=""/>
        <dsp:cNvSpPr/>
      </dsp:nvSpPr>
      <dsp:spPr>
        <a:xfrm>
          <a:off x="1816103" y="1966151"/>
          <a:ext cx="4447536" cy="1572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11" tIns="166411" rIns="166411" bIns="16641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>
              <a:solidFill>
                <a:schemeClr val="accent6">
                  <a:lumMod val="75000"/>
                </a:schemeClr>
              </a:solidFill>
              <a:latin typeface="Mona Sans Expanded" pitchFamily="2" charset="0"/>
            </a:rPr>
            <a:t>The network is implemented using Cisco Packet Tracer.</a:t>
          </a:r>
          <a:endParaRPr lang="en-US" sz="2000" kern="1200" dirty="0">
            <a:solidFill>
              <a:schemeClr val="accent6">
                <a:lumMod val="75000"/>
              </a:schemeClr>
            </a:solidFill>
            <a:latin typeface="Mona Sans Expanded" pitchFamily="2" charset="0"/>
          </a:endParaRPr>
        </a:p>
      </dsp:txBody>
      <dsp:txXfrm>
        <a:off x="1816103" y="1966151"/>
        <a:ext cx="4447536" cy="1572384"/>
      </dsp:txXfrm>
    </dsp:sp>
    <dsp:sp modelId="{3F976D4C-59DB-4E12-A4E3-C5F199ED6725}">
      <dsp:nvSpPr>
        <dsp:cNvPr id="0" name=""/>
        <dsp:cNvSpPr/>
      </dsp:nvSpPr>
      <dsp:spPr>
        <a:xfrm>
          <a:off x="0" y="3931632"/>
          <a:ext cx="6263640" cy="15723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90821BB-EB45-425E-B685-F49ED2B31BC7}">
      <dsp:nvSpPr>
        <dsp:cNvPr id="0" name=""/>
        <dsp:cNvSpPr/>
      </dsp:nvSpPr>
      <dsp:spPr>
        <a:xfrm>
          <a:off x="475646" y="4285418"/>
          <a:ext cx="864811" cy="8648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874D48E-2D99-4F20-85C5-CF05CB286267}">
      <dsp:nvSpPr>
        <dsp:cNvPr id="0" name=""/>
        <dsp:cNvSpPr/>
      </dsp:nvSpPr>
      <dsp:spPr>
        <a:xfrm>
          <a:off x="1816103" y="3931632"/>
          <a:ext cx="4447536" cy="1572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11" tIns="166411" rIns="166411" bIns="16641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>
              <a:solidFill>
                <a:schemeClr val="accent6">
                  <a:lumMod val="75000"/>
                </a:schemeClr>
              </a:solidFill>
              <a:latin typeface="Mona Sans Expanded" pitchFamily="2" charset="0"/>
            </a:rPr>
            <a:t>It supports wired and wireless users across multiple hotel departments.</a:t>
          </a:r>
          <a:endParaRPr lang="en-US" sz="2000" kern="1200" dirty="0">
            <a:solidFill>
              <a:schemeClr val="accent6">
                <a:lumMod val="75000"/>
              </a:schemeClr>
            </a:solidFill>
            <a:latin typeface="Mona Sans Expanded" pitchFamily="2" charset="0"/>
          </a:endParaRPr>
        </a:p>
      </dsp:txBody>
      <dsp:txXfrm>
        <a:off x="1816103" y="3931632"/>
        <a:ext cx="4447536" cy="15723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1DA816-68A7-40C3-88D2-D1E194CEBBB4}">
      <dsp:nvSpPr>
        <dsp:cNvPr id="0" name=""/>
        <dsp:cNvSpPr/>
      </dsp:nvSpPr>
      <dsp:spPr>
        <a:xfrm>
          <a:off x="0" y="430"/>
          <a:ext cx="4959603" cy="100620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83E8F2-F4EC-41C7-8074-5DCE130EAB0B}">
      <dsp:nvSpPr>
        <dsp:cNvPr id="0" name=""/>
        <dsp:cNvSpPr/>
      </dsp:nvSpPr>
      <dsp:spPr>
        <a:xfrm>
          <a:off x="304376" y="226825"/>
          <a:ext cx="553411" cy="5534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BDFF78-508D-4E6E-BF8D-3C036FA9FC50}">
      <dsp:nvSpPr>
        <dsp:cNvPr id="0" name=""/>
        <dsp:cNvSpPr/>
      </dsp:nvSpPr>
      <dsp:spPr>
        <a:xfrm>
          <a:off x="1162163" y="430"/>
          <a:ext cx="3797439" cy="1006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490" tIns="106490" rIns="106490" bIns="10649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Mona Sans Expanded" pitchFamily="2" charset="0"/>
            </a:rPr>
            <a:t>Firewall separates internal network from ISP.</a:t>
          </a:r>
        </a:p>
      </dsp:txBody>
      <dsp:txXfrm>
        <a:off x="1162163" y="430"/>
        <a:ext cx="3797439" cy="1006202"/>
      </dsp:txXfrm>
    </dsp:sp>
    <dsp:sp modelId="{C12167B3-C45C-4D58-B79E-C18DAB2B1E36}">
      <dsp:nvSpPr>
        <dsp:cNvPr id="0" name=""/>
        <dsp:cNvSpPr/>
      </dsp:nvSpPr>
      <dsp:spPr>
        <a:xfrm>
          <a:off x="0" y="1258183"/>
          <a:ext cx="4959603" cy="100620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CF6B77-BAED-42AC-B8E7-B768ED53AACE}">
      <dsp:nvSpPr>
        <dsp:cNvPr id="0" name=""/>
        <dsp:cNvSpPr/>
      </dsp:nvSpPr>
      <dsp:spPr>
        <a:xfrm>
          <a:off x="304376" y="1484578"/>
          <a:ext cx="553411" cy="5534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51D027-BC92-406C-9B48-C93F31158124}">
      <dsp:nvSpPr>
        <dsp:cNvPr id="0" name=""/>
        <dsp:cNvSpPr/>
      </dsp:nvSpPr>
      <dsp:spPr>
        <a:xfrm>
          <a:off x="1162163" y="1258183"/>
          <a:ext cx="3797439" cy="1006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490" tIns="106490" rIns="106490" bIns="10649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Mona Sans Expanded" pitchFamily="2" charset="0"/>
            </a:rPr>
            <a:t>NAT (PAT) configured for internet access.</a:t>
          </a:r>
        </a:p>
      </dsp:txBody>
      <dsp:txXfrm>
        <a:off x="1162163" y="1258183"/>
        <a:ext cx="3797439" cy="1006202"/>
      </dsp:txXfrm>
    </dsp:sp>
    <dsp:sp modelId="{C8A59C91-08EB-489A-9F7C-AF7DAF9BC20E}">
      <dsp:nvSpPr>
        <dsp:cNvPr id="0" name=""/>
        <dsp:cNvSpPr/>
      </dsp:nvSpPr>
      <dsp:spPr>
        <a:xfrm>
          <a:off x="0" y="2515936"/>
          <a:ext cx="4959603" cy="100620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17E6B3-6212-4885-A88E-AF7E91762D3E}">
      <dsp:nvSpPr>
        <dsp:cNvPr id="0" name=""/>
        <dsp:cNvSpPr/>
      </dsp:nvSpPr>
      <dsp:spPr>
        <a:xfrm>
          <a:off x="304376" y="2742332"/>
          <a:ext cx="553411" cy="5534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780AA1-5590-4E87-B096-4B6088B50FD6}">
      <dsp:nvSpPr>
        <dsp:cNvPr id="0" name=""/>
        <dsp:cNvSpPr/>
      </dsp:nvSpPr>
      <dsp:spPr>
        <a:xfrm>
          <a:off x="1162163" y="2515936"/>
          <a:ext cx="3797439" cy="1006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490" tIns="106490" rIns="106490" bIns="10649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Mona Sans Expanded" pitchFamily="2" charset="0"/>
            </a:rPr>
            <a:t>Traffic inspection policies enabled.</a:t>
          </a:r>
        </a:p>
      </dsp:txBody>
      <dsp:txXfrm>
        <a:off x="1162163" y="2515936"/>
        <a:ext cx="3797439" cy="10062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B7E16D-68DE-4B68-BBF7-16A58F9B02AA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270407-6CFC-4309-8DA4-BAE596A49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865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70407-6CFC-4309-8DA4-BAE596A49ED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4096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70407-6CFC-4309-8DA4-BAE596A49ED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059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70407-6CFC-4309-8DA4-BAE596A49ED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8174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616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800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473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05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183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352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597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024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986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30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614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060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8" r:id="rId6"/>
    <p:sldLayoutId id="2147483789" r:id="rId7"/>
    <p:sldLayoutId id="2147483790" r:id="rId8"/>
    <p:sldLayoutId id="2147483791" r:id="rId9"/>
    <p:sldLayoutId id="2147483792" r:id="rId10"/>
    <p:sldLayoutId id="214748379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D74FE324-3BB9-BF3D-0DD1-FE06A3A199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4D6BF0-26A7-598C-B1DA-1761E697F7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566" y="1175003"/>
            <a:ext cx="5371590" cy="4507993"/>
          </a:xfrm>
        </p:spPr>
        <p:txBody>
          <a:bodyPr anchor="t">
            <a:noAutofit/>
          </a:bodyPr>
          <a:lstStyle/>
          <a:p>
            <a:pPr algn="l"/>
            <a:r>
              <a:rPr lang="en-US" sz="5400" b="1" dirty="0">
                <a:solidFill>
                  <a:schemeClr val="tx2">
                    <a:lumMod val="25000"/>
                  </a:schemeClr>
                </a:solidFill>
                <a:latin typeface="Mona Sans Expanded SemiBold" pitchFamily="2" charset="0"/>
              </a:rPr>
              <a:t>Hotel Network Infrastructure Design</a:t>
            </a:r>
            <a:br>
              <a:rPr lang="en-US" sz="5400" b="1" dirty="0">
                <a:solidFill>
                  <a:schemeClr val="tx2">
                    <a:lumMod val="25000"/>
                  </a:schemeClr>
                </a:solidFill>
                <a:latin typeface="Mona Sans Expanded SemiBold" pitchFamily="2" charset="0"/>
              </a:rPr>
            </a:br>
            <a:r>
              <a:rPr lang="en-US" sz="5400" b="1" dirty="0">
                <a:solidFill>
                  <a:schemeClr val="tx2">
                    <a:lumMod val="25000"/>
                  </a:schemeClr>
                </a:solidFill>
                <a:latin typeface="Mona Sans Expanded SemiBold" pitchFamily="2" charset="0"/>
              </a:rPr>
              <a:t>Using Cisco Packet Tracer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7B507B-3213-6905-6BEA-AF18E7559B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60504" y="3047995"/>
            <a:ext cx="3010055" cy="381004"/>
          </a:xfrm>
        </p:spPr>
        <p:txBody>
          <a:bodyPr anchor="b"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2">
                    <a:lumMod val="25000"/>
                  </a:schemeClr>
                </a:solidFill>
                <a:latin typeface="Mona Sans Expanded" pitchFamily="2" charset="0"/>
              </a:rPr>
              <a:t>Presented by: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30AB63-219B-BE67-AEAA-4BF6C5DC156D}"/>
              </a:ext>
            </a:extLst>
          </p:cNvPr>
          <p:cNvSpPr txBox="1"/>
          <p:nvPr/>
        </p:nvSpPr>
        <p:spPr>
          <a:xfrm>
            <a:off x="6767670" y="2312369"/>
            <a:ext cx="62272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2">
                    <a:lumMod val="25000"/>
                  </a:schemeClr>
                </a:solidFill>
                <a:latin typeface="Mona Sans Expanded" pitchFamily="2" charset="0"/>
              </a:rPr>
              <a:t>Hotel Network Topology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0B8415-0318-CCB8-8460-7447BD694506}"/>
              </a:ext>
            </a:extLst>
          </p:cNvPr>
          <p:cNvSpPr txBox="1"/>
          <p:nvPr/>
        </p:nvSpPr>
        <p:spPr>
          <a:xfrm>
            <a:off x="7139516" y="3514686"/>
            <a:ext cx="6371166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25000"/>
                  </a:schemeClr>
                </a:solidFill>
                <a:latin typeface="Mona Sans Expanded" pitchFamily="2" charset="0"/>
              </a:rPr>
              <a:t>Abdul Rafay (Roll No: </a:t>
            </a:r>
            <a:r>
              <a:rPr lang="en-US" b="1" dirty="0">
                <a:solidFill>
                  <a:schemeClr val="tx2">
                    <a:lumMod val="25000"/>
                  </a:schemeClr>
                </a:solidFill>
                <a:latin typeface="Mona Sans Expanded" pitchFamily="2" charset="0"/>
              </a:rPr>
              <a:t>243705</a:t>
            </a:r>
            <a:r>
              <a:rPr lang="en-US" dirty="0">
                <a:solidFill>
                  <a:schemeClr val="tx2">
                    <a:lumMod val="25000"/>
                  </a:schemeClr>
                </a:solidFill>
                <a:latin typeface="Mona Sans Expanded" pitchFamily="2" charset="0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4DBC16-857E-D9E5-A4C2-CDAC48889429}"/>
              </a:ext>
            </a:extLst>
          </p:cNvPr>
          <p:cNvSpPr txBox="1"/>
          <p:nvPr/>
        </p:nvSpPr>
        <p:spPr>
          <a:xfrm>
            <a:off x="6938348" y="4004331"/>
            <a:ext cx="5064423" cy="1678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chemeClr val="tx2">
                    <a:lumMod val="25000"/>
                  </a:schemeClr>
                </a:solidFill>
                <a:latin typeface="Mona Sans Expanded" pitchFamily="2" charset="0"/>
              </a:rPr>
              <a:t>Subject:</a:t>
            </a:r>
            <a:r>
              <a:rPr lang="en-US" sz="1800" i="0" dirty="0">
                <a:solidFill>
                  <a:schemeClr val="tx2">
                    <a:lumMod val="25000"/>
                  </a:schemeClr>
                </a:solidFill>
                <a:latin typeface="Mona Sans Expanded" pitchFamily="2" charset="0"/>
              </a:rPr>
              <a:t> Computer Network</a:t>
            </a:r>
            <a:endParaRPr lang="en-US" sz="1800" b="1" i="0" dirty="0">
              <a:solidFill>
                <a:schemeClr val="tx2">
                  <a:lumMod val="25000"/>
                </a:schemeClr>
              </a:solidFill>
              <a:latin typeface="Mona Sans Expanded" pitchFamily="2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chemeClr val="tx2">
                    <a:lumMod val="25000"/>
                  </a:schemeClr>
                </a:solidFill>
                <a:latin typeface="Mona Sans Expanded" pitchFamily="2" charset="0"/>
              </a:rPr>
              <a:t>Submitted To:</a:t>
            </a:r>
            <a:r>
              <a:rPr lang="en-US" sz="1800" i="0" dirty="0">
                <a:solidFill>
                  <a:schemeClr val="tx2">
                    <a:lumMod val="25000"/>
                  </a:schemeClr>
                </a:solidFill>
                <a:latin typeface="Mona Sans Expanded" pitchFamily="2" charset="0"/>
              </a:rPr>
              <a:t> Mr. Mohammad Azam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chemeClr val="tx2">
                    <a:lumMod val="25000"/>
                  </a:schemeClr>
                </a:solidFill>
                <a:latin typeface="Mona Sans Expanded" pitchFamily="2" charset="0"/>
              </a:rPr>
              <a:t>Section:</a:t>
            </a:r>
            <a:r>
              <a:rPr lang="en-US" sz="1800" i="0" dirty="0">
                <a:solidFill>
                  <a:schemeClr val="tx2">
                    <a:lumMod val="25000"/>
                  </a:schemeClr>
                </a:solidFill>
                <a:latin typeface="Mona Sans Expanded" pitchFamily="2" charset="0"/>
              </a:rPr>
              <a:t> Bs Cyber Security – A </a:t>
            </a:r>
          </a:p>
        </p:txBody>
      </p:sp>
      <p:pic>
        <p:nvPicPr>
          <p:cNvPr id="22" name="Picture 21" descr="A blue logo with a bird and a black background&#10;&#10;AI-generated content may be incorrect.">
            <a:extLst>
              <a:ext uri="{FF2B5EF4-FFF2-40B4-BE49-F238E27FC236}">
                <a16:creationId xmlns:a16="http://schemas.microsoft.com/office/drawing/2014/main" id="{64C6AA27-56F4-0868-B2D5-919D65D4353C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  <a:alphaModFix amt="86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61003" y="-49548"/>
            <a:ext cx="2152431" cy="2152431"/>
          </a:xfrm>
          <a:prstGeom prst="rect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  <a:outerShdw blurRad="254000" dist="50800" dir="9840000" sx="1000" sy="1000" algn="ctr" rotWithShape="0">
              <a:srgbClr val="000000">
                <a:alpha val="0"/>
              </a:srgbClr>
            </a:outerShdw>
          </a:effectLst>
          <a:scene3d>
            <a:camera prst="perspectiveLeft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37692590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05EABC-8C64-D256-8893-7D6669231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624" y="620392"/>
            <a:ext cx="3743960" cy="5504688"/>
          </a:xfrm>
        </p:spPr>
        <p:txBody>
          <a:bodyPr>
            <a:normAutofit/>
          </a:bodyPr>
          <a:lstStyle/>
          <a:p>
            <a:r>
              <a:rPr lang="en-US" sz="5200" dirty="0">
                <a:solidFill>
                  <a:schemeClr val="accent6">
                    <a:lumMod val="75000"/>
                  </a:schemeClr>
                </a:solidFill>
                <a:latin typeface="Mona Sans Expanded ExtraBold" pitchFamily="2" charset="0"/>
              </a:rPr>
              <a:t>Project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7F6D194-832F-2270-DF75-D807E8E9BC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0517077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19068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B7CA52-8280-BCE3-BB59-E420A2EAD609}"/>
              </a:ext>
            </a:extLst>
          </p:cNvPr>
          <p:cNvSpPr txBox="1">
            <a:spLocks/>
          </p:cNvSpPr>
          <p:nvPr/>
        </p:nvSpPr>
        <p:spPr>
          <a:xfrm>
            <a:off x="910365" y="1967265"/>
            <a:ext cx="2951629" cy="25472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3600" b="1" kern="1200" dirty="0">
                <a:solidFill>
                  <a:srgbClr val="FFFFFF"/>
                </a:solidFill>
                <a:latin typeface="Mona Sans Expanded ExtraBold" pitchFamily="2" charset="0"/>
              </a:rPr>
              <a:t>Project Objectives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E7DE76-FC57-DC55-2BD9-323DAA9841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7316" y="680166"/>
            <a:ext cx="6780700" cy="5495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60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DDAB8FF-123D-E539-C854-45CA1F56D8DE}"/>
              </a:ext>
            </a:extLst>
          </p:cNvPr>
          <p:cNvSpPr txBox="1">
            <a:spLocks/>
          </p:cNvSpPr>
          <p:nvPr/>
        </p:nvSpPr>
        <p:spPr>
          <a:xfrm>
            <a:off x="643377" y="1848931"/>
            <a:ext cx="3647193" cy="25472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3200" b="1" kern="1200" dirty="0">
                <a:solidFill>
                  <a:srgbClr val="FFFFFF"/>
                </a:solidFill>
                <a:latin typeface="Mona Sans Expanded ExtraBold" pitchFamily="2" charset="0"/>
              </a:rPr>
              <a:t>Network Architecture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5692BB-B1D2-F9A7-3E36-A9F163169B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128" y="643466"/>
            <a:ext cx="6735075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9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B17E0E1-0E81-2560-26D4-B816E74B3690}"/>
              </a:ext>
            </a:extLst>
          </p:cNvPr>
          <p:cNvSpPr txBox="1">
            <a:spLocks/>
          </p:cNvSpPr>
          <p:nvPr/>
        </p:nvSpPr>
        <p:spPr>
          <a:xfrm>
            <a:off x="638881" y="417576"/>
            <a:ext cx="10909640" cy="12493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6000" b="1" kern="1200" dirty="0">
                <a:solidFill>
                  <a:schemeClr val="accent6">
                    <a:lumMod val="75000"/>
                  </a:schemeClr>
                </a:solidFill>
                <a:latin typeface="Mona Sans Expanded ExtraBold" pitchFamily="2" charset="0"/>
              </a:rPr>
              <a:t>Security &amp; Traffic Control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D91B4C-DE22-12B1-0AD9-2303645ABE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691" y="2633472"/>
            <a:ext cx="9579569" cy="358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549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E8DAD-ED38-95DF-ACB4-A73D6A740246}"/>
              </a:ext>
            </a:extLst>
          </p:cNvPr>
          <p:cNvSpPr txBox="1">
            <a:spLocks/>
          </p:cNvSpPr>
          <p:nvPr/>
        </p:nvSpPr>
        <p:spPr>
          <a:xfrm>
            <a:off x="517869" y="665664"/>
            <a:ext cx="7606792" cy="63364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000" b="1" kern="1200" dirty="0">
                <a:solidFill>
                  <a:schemeClr val="accent6">
                    <a:lumMod val="75000"/>
                  </a:schemeClr>
                </a:solidFill>
                <a:latin typeface="Mona Sans Expanded ExtraBold" pitchFamily="2" charset="0"/>
              </a:rPr>
              <a:t>Complete Network Topology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183C3-E42A-FA6C-1CCB-01446A1B48EE}"/>
              </a:ext>
            </a:extLst>
          </p:cNvPr>
          <p:cNvSpPr txBox="1">
            <a:spLocks/>
          </p:cNvSpPr>
          <p:nvPr/>
        </p:nvSpPr>
        <p:spPr>
          <a:xfrm>
            <a:off x="517869" y="6192336"/>
            <a:ext cx="6734725" cy="321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400" dirty="0">
                <a:latin typeface="Mona Sans Expanded" pitchFamily="2" charset="0"/>
              </a:rPr>
              <a:t>This topology represents the complete hotel network layout.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8696C42-76BE-5963-914F-6671FA891C85}"/>
              </a:ext>
            </a:extLst>
          </p:cNvPr>
          <p:cNvGrpSpPr/>
          <p:nvPr/>
        </p:nvGrpSpPr>
        <p:grpSpPr>
          <a:xfrm>
            <a:off x="1961358" y="1439298"/>
            <a:ext cx="8269284" cy="4613048"/>
            <a:chOff x="1745331" y="1635772"/>
            <a:chExt cx="7606793" cy="424347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42DEF59-E523-C65D-BB8B-897A3493D6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745331" y="1635772"/>
              <a:ext cx="7606792" cy="4243475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F2CBD65-39A4-9E4F-657D-2897EA7FAA9B}"/>
                </a:ext>
              </a:extLst>
            </p:cNvPr>
            <p:cNvSpPr/>
            <p:nvPr/>
          </p:nvSpPr>
          <p:spPr>
            <a:xfrm>
              <a:off x="1745332" y="1635772"/>
              <a:ext cx="7606792" cy="4243475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38100">
                  <a:solidFill>
                    <a:schemeClr val="tx1"/>
                  </a:solidFill>
                </a:ln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775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782E4D-4DDE-D079-DEE9-78AC32D208BB}"/>
              </a:ext>
            </a:extLst>
          </p:cNvPr>
          <p:cNvSpPr txBox="1">
            <a:spLocks/>
          </p:cNvSpPr>
          <p:nvPr/>
        </p:nvSpPr>
        <p:spPr>
          <a:xfrm>
            <a:off x="819037" y="1967265"/>
            <a:ext cx="3295874" cy="25472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3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VLAN Design &amp; Segmentation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706813-2322-4F2F-9375-35E251C2F3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7316" y="664700"/>
            <a:ext cx="6780700" cy="552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102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1B98387-F769-1239-0839-E2BE20E05206}"/>
              </a:ext>
            </a:extLst>
          </p:cNvPr>
          <p:cNvSpPr txBox="1">
            <a:spLocks/>
          </p:cNvSpPr>
          <p:nvPr/>
        </p:nvSpPr>
        <p:spPr>
          <a:xfrm>
            <a:off x="521208" y="978408"/>
            <a:ext cx="11155680" cy="11155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000" b="1" kern="1200" dirty="0">
                <a:solidFill>
                  <a:schemeClr val="accent6">
                    <a:lumMod val="75000"/>
                  </a:schemeClr>
                </a:solidFill>
                <a:latin typeface="Mona Sans Expanded ExtraBold" pitchFamily="2" charset="0"/>
              </a:rPr>
              <a:t>VLAN &amp; IP Addressing Scheme</a:t>
            </a:r>
            <a:r>
              <a:rPr lang="en-US" sz="4000" dirty="0">
                <a:solidFill>
                  <a:schemeClr val="accent6">
                    <a:lumMod val="75000"/>
                  </a:schemeClr>
                </a:solidFill>
                <a:latin typeface="Mona Sans Expanded ExtraBold" pitchFamily="2" charset="0"/>
              </a:rPr>
              <a:t>:</a:t>
            </a:r>
            <a:endParaRPr lang="en-US" sz="4000" b="1" kern="1200" dirty="0">
              <a:solidFill>
                <a:schemeClr val="accent6">
                  <a:lumMod val="75000"/>
                </a:schemeClr>
              </a:solidFill>
              <a:latin typeface="Mona Sans Expanded ExtraBold" pitchFamily="2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9CB5724-D358-1049-9232-C693BF3BCC0E}"/>
              </a:ext>
            </a:extLst>
          </p:cNvPr>
          <p:cNvSpPr txBox="1">
            <a:spLocks/>
          </p:cNvSpPr>
          <p:nvPr/>
        </p:nvSpPr>
        <p:spPr>
          <a:xfrm>
            <a:off x="7311034" y="1990423"/>
            <a:ext cx="4529867" cy="15898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Mona Sans Expanded" pitchFamily="2" charset="0"/>
              </a:rPr>
              <a:t>Each VLAN uses a separate /24 subnet.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Mona Sans Expanded" pitchFamily="2" charset="0"/>
              </a:rPr>
              <a:t>Default gateways are configured on Core Switch SVIs.</a:t>
            </a:r>
          </a:p>
          <a:p>
            <a:pPr marL="0">
              <a:lnSpc>
                <a:spcPct val="150000"/>
              </a:lnSpc>
            </a:pPr>
            <a:endParaRPr lang="en-US" dirty="0">
              <a:solidFill>
                <a:schemeClr val="accent6">
                  <a:lumMod val="75000"/>
                </a:schemeClr>
              </a:solidFill>
              <a:latin typeface="Mona Sans Expanded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8B48DC-BED1-BB4D-8AAE-CF00FD0280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12" y="1768480"/>
            <a:ext cx="7063752" cy="4845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628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C7E0A2C-7C0A-4AAC-B3B0-6C12B2EBA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104711-6716-718D-F202-591177CDE6DF}"/>
              </a:ext>
            </a:extLst>
          </p:cNvPr>
          <p:cNvSpPr txBox="1"/>
          <p:nvPr/>
        </p:nvSpPr>
        <p:spPr>
          <a:xfrm>
            <a:off x="1523999" y="1399772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kern="1200" dirty="0">
                <a:solidFill>
                  <a:schemeClr val="accent6">
                    <a:lumMod val="75000"/>
                  </a:schemeClr>
                </a:solidFill>
                <a:latin typeface="Mona Sans Expanded Black" pitchFamily="2" charset="0"/>
                <a:ea typeface="+mj-ea"/>
                <a:cs typeface="+mj-cs"/>
              </a:rPr>
              <a:t>What we use in Our Network System.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1662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FDD9B8F-831B-5465-4C96-2C771DE05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983" y="1377863"/>
            <a:ext cx="10402274" cy="448220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R="0" lvl="0" defTabSz="9144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ona Sans Expanded" pitchFamily="2" charset="0"/>
              </a:rPr>
              <a:t>Core Infrastructure &amp; Switching Technologies</a:t>
            </a:r>
          </a:p>
          <a:p>
            <a:pPr marL="0" marR="0" lvl="0" indent="-228600" defTabSz="9144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ona Sans Expanded" pitchFamily="2" charset="0"/>
              </a:rPr>
              <a:t>LAN (Local Area Network):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Mona Sans Expanded" pitchFamily="2" charset="0"/>
            </a:endParaRPr>
          </a:p>
          <a:p>
            <a:pPr marL="457200" marR="0" lvl="1" indent="-228600" defTabSz="9144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ona Sans Expanded" pitchFamily="2" charset="0"/>
              </a:rPr>
              <a:t>Integrated Admin, Guest Rooms, and Parking into a unified campus network.</a:t>
            </a:r>
          </a:p>
          <a:p>
            <a:pPr marL="0" marR="0" lvl="0" indent="-228600" defTabSz="9144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ona Sans Expanded" pitchFamily="2" charset="0"/>
              </a:rPr>
              <a:t>VLAN (Virtual LAN):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Mona Sans Expanded" pitchFamily="2" charset="0"/>
            </a:endParaRPr>
          </a:p>
          <a:p>
            <a:pPr marL="457200" marR="0" lvl="1" indent="-228600" defTabSz="9144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ona Sans Expanded" pitchFamily="2" charset="0"/>
              </a:rPr>
              <a:t>Created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ona Sans Expanded" pitchFamily="2" charset="0"/>
              </a:rPr>
              <a:t>9 VLANs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ona Sans Expanded" pitchFamily="2" charset="0"/>
              </a:rPr>
              <a:t> (e.g., VLAN 10 Parking, VLAN 60 Rooms) for traffic segmentation .</a:t>
            </a:r>
          </a:p>
          <a:p>
            <a:pPr marL="0" marR="0" lvl="0" indent="-228600" defTabSz="9144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ona Sans Expanded" pitchFamily="2" charset="0"/>
              </a:rPr>
              <a:t>L3 Switch (Layer 3 Switch):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Mona Sans Expanded" pitchFamily="2" charset="0"/>
            </a:endParaRPr>
          </a:p>
          <a:p>
            <a:pPr marL="457200" marR="0" lvl="1" indent="-228600" defTabSz="9144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ona Sans Expanded" pitchFamily="2" charset="0"/>
              </a:rPr>
              <a:t>Deployed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ona Sans Expanded" pitchFamily="2" charset="0"/>
              </a:rPr>
              <a:t>Cisco Catalyst 3560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ona Sans Expanded" pitchFamily="2" charset="0"/>
              </a:rPr>
              <a:t> as the Core Backbone for high-speed packet processing .</a:t>
            </a:r>
          </a:p>
          <a:p>
            <a:pPr marL="0" marR="0" lvl="0" indent="-228600" defTabSz="9144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ona Sans Expanded" pitchFamily="2" charset="0"/>
              </a:rPr>
              <a:t>Inter-VLAN Routing: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Mona Sans Expanded" pitchFamily="2" charset="0"/>
            </a:endParaRPr>
          </a:p>
          <a:p>
            <a:pPr marL="457200" marR="0" lvl="1" indent="-228600" defTabSz="9144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ona Sans Expanded" pitchFamily="2" charset="0"/>
              </a:rPr>
              <a:t>Enabled on the Core Switch to allow secure communication between departments.</a:t>
            </a:r>
          </a:p>
          <a:p>
            <a:pPr marL="0" marR="0" lvl="0" indent="-228600" defTabSz="9144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ona Sans Expanded" pitchFamily="2" charset="0"/>
              </a:rPr>
              <a:t>LAN Switching: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Mona Sans Expanded" pitchFamily="2" charset="0"/>
            </a:endParaRPr>
          </a:p>
          <a:p>
            <a:pPr marL="457200" marR="0" lvl="1" indent="-228600" defTabSz="9144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ona Sans Expanded" pitchFamily="2" charset="0"/>
              </a:rPr>
              <a:t>Used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ona Sans Expanded" pitchFamily="2" charset="0"/>
              </a:rPr>
              <a:t>Cisco 2960 Access Switches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ona Sans Expanded" pitchFamily="2" charset="0"/>
              </a:rPr>
              <a:t> for floor-level distribution.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141CE0-DF1D-61B8-73D0-8E0EC9D665CA}"/>
              </a:ext>
            </a:extLst>
          </p:cNvPr>
          <p:cNvSpPr txBox="1"/>
          <p:nvPr/>
        </p:nvSpPr>
        <p:spPr>
          <a:xfrm>
            <a:off x="1288983" y="593896"/>
            <a:ext cx="9470048" cy="536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ona Sans Expanded ExtraBold" pitchFamily="2" charset="0"/>
              </a:rPr>
              <a:t>Network Core &amp; Switching Architecture</a:t>
            </a:r>
          </a:p>
        </p:txBody>
      </p:sp>
    </p:spTree>
    <p:extLst>
      <p:ext uri="{BB962C8B-B14F-4D97-AF65-F5344CB8AC3E}">
        <p14:creationId xmlns:p14="http://schemas.microsoft.com/office/powerpoint/2010/main" val="2287528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3C3564-E1C2-C4D0-BFCC-3ABED0922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51501E-228E-3DF5-FC6D-A86C6B497C9A}"/>
              </a:ext>
            </a:extLst>
          </p:cNvPr>
          <p:cNvSpPr txBox="1"/>
          <p:nvPr/>
        </p:nvSpPr>
        <p:spPr>
          <a:xfrm>
            <a:off x="1106599" y="449725"/>
            <a:ext cx="9849751" cy="8390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3200" b="1" kern="1200" dirty="0">
                <a:solidFill>
                  <a:schemeClr val="accent6">
                    <a:lumMod val="75000"/>
                  </a:schemeClr>
                </a:solidFill>
                <a:latin typeface="Mona Sans Expanded ExtraBold" pitchFamily="2" charset="0"/>
                <a:ea typeface="+mj-ea"/>
                <a:cs typeface="+mj-cs"/>
              </a:rPr>
              <a:t>Security, Edge &amp; WAN Implementation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E3BA908-33D1-0328-0EA3-0C88C8EC8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8848" y="1738470"/>
            <a:ext cx="9930448" cy="397581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R="0" lvl="0" defTabSz="9144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ona Sans Expanded" pitchFamily="2" charset="0"/>
              </a:rPr>
              <a:t>Network Security &amp; External Connectivity</a:t>
            </a:r>
          </a:p>
          <a:p>
            <a:pPr marL="0" marR="0" lvl="0" indent="-228600" defTabSz="9144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ona Sans Expanded" pitchFamily="2" charset="0"/>
              </a:rPr>
              <a:t>ASA (Adaptive Security Appliance):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Mona Sans Expanded" pitchFamily="2" charset="0"/>
            </a:endParaRPr>
          </a:p>
          <a:p>
            <a:pPr marL="457200" marR="0" lvl="1" indent="-228600" defTabSz="9144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ona Sans Expanded" pitchFamily="2" charset="0"/>
              </a:rPr>
              <a:t>Implemented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ona Sans Expanded" pitchFamily="2" charset="0"/>
              </a:rPr>
              <a:t>Cisco ASA 5506-X Firewall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ona Sans Expanded" pitchFamily="2" charset="0"/>
              </a:rPr>
              <a:t> for stateful traffic inspection.</a:t>
            </a:r>
          </a:p>
          <a:p>
            <a:pPr marL="0" marR="0" lvl="0" indent="-228600" defTabSz="9144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ona Sans Expanded" pitchFamily="2" charset="0"/>
              </a:rPr>
              <a:t>ACL (Access Control List):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Mona Sans Expanded" pitchFamily="2" charset="0"/>
            </a:endParaRPr>
          </a:p>
          <a:p>
            <a:pPr marL="457200" marR="0" lvl="1" indent="-228600" defTabSz="9144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ona Sans Expanded" pitchFamily="2" charset="0"/>
              </a:rPr>
              <a:t>Applied VLAN-CONTROL to block Guest VLANs from accessing Management Servers .</a:t>
            </a:r>
          </a:p>
          <a:p>
            <a:pPr marL="0" marR="0" lvl="0" indent="-228600" defTabSz="9144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ona Sans Expanded" pitchFamily="2" charset="0"/>
              </a:rPr>
              <a:t>NAT &amp; PAT: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Mona Sans Expanded" pitchFamily="2" charset="0"/>
            </a:endParaRPr>
          </a:p>
          <a:p>
            <a:pPr marL="457200" marR="0" lvl="1" indent="-228600" defTabSz="9144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ona Sans Expanded" pitchFamily="2" charset="0"/>
              </a:rPr>
              <a:t>Configured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ona Sans Expanded" pitchFamily="2" charset="0"/>
              </a:rPr>
              <a:t>Dynamic NAT/PAT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ona Sans Expanded" pitchFamily="2" charset="0"/>
              </a:rPr>
              <a:t> to mask internal private IPs behind a single Public IP 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Mona Sans Expanded" pitchFamily="2" charset="0"/>
              </a:rPr>
              <a:t>203.0.113.2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ona Sans Expanded" pitchFamily="2" charset="0"/>
              </a:rPr>
              <a:t>).</a:t>
            </a:r>
          </a:p>
          <a:p>
            <a:pPr marL="0" marR="0" lvl="0" indent="-228600" defTabSz="9144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ona Sans Expanded" pitchFamily="2" charset="0"/>
              </a:rPr>
              <a:t>WAN &amp; ISP: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Mona Sans Expanded" pitchFamily="2" charset="0"/>
            </a:endParaRPr>
          </a:p>
          <a:p>
            <a:pPr marL="457200" marR="0" lvl="1" indent="-228600" defTabSz="9144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ona Sans Expanded" pitchFamily="2" charset="0"/>
              </a:rPr>
              <a:t>Established a WAN link connecting the Firewall to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ona Sans Expanded" pitchFamily="2" charset="0"/>
              </a:rPr>
              <a:t>ISP Router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ona Sans Expanded" pitchFamily="2" charset="0"/>
              </a:rPr>
              <a:t> 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Mona Sans Expanded" pitchFamily="2" charset="0"/>
              </a:rPr>
              <a:t>203.0.113.1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ona Sans Expanded" pitchFamily="2" charset="0"/>
              </a:rPr>
              <a:t>).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Mona Sans Expande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64896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6B2432-6194-A637-A409-108976C5F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256C2D-4FD0-7779-27AD-3571CF9FCE9C}"/>
              </a:ext>
            </a:extLst>
          </p:cNvPr>
          <p:cNvSpPr txBox="1"/>
          <p:nvPr/>
        </p:nvSpPr>
        <p:spPr>
          <a:xfrm>
            <a:off x="1289303" y="296486"/>
            <a:ext cx="9849751" cy="812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4000" kern="1200">
                <a:solidFill>
                  <a:schemeClr val="accent6">
                    <a:lumMod val="75000"/>
                  </a:schemeClr>
                </a:solidFill>
                <a:latin typeface="Mona Sans Expanded ExtraBold" pitchFamily="2" charset="0"/>
                <a:ea typeface="+mj-ea"/>
                <a:cs typeface="+mj-cs"/>
              </a:rPr>
              <a:t>Protocols, Services &amp; Operations</a:t>
            </a:r>
            <a:endParaRPr lang="en-US" altLang="en-US" sz="4000" kern="1200" dirty="0">
              <a:solidFill>
                <a:schemeClr val="accent6">
                  <a:lumMod val="75000"/>
                </a:schemeClr>
              </a:solidFill>
              <a:latin typeface="Mona Sans Expanded ExtraBold" pitchFamily="2" charset="0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4A8DFA-E822-4753-DC0D-CEB83D012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9303" y="1835063"/>
            <a:ext cx="9849751" cy="402500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R="0" lvl="0" defTabSz="9144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ona Sans Expanded" pitchFamily="2" charset="0"/>
              </a:rPr>
              <a:t>IP Addressing, Protocols &amp; Services</a:t>
            </a:r>
          </a:p>
          <a:p>
            <a:pPr marL="0" marR="0" lvl="0" indent="-228600" defTabSz="9144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ona Sans Expanded" pitchFamily="2" charset="0"/>
              </a:rPr>
              <a:t>IPv4 &amp; IP: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Mona Sans Expanded" pitchFamily="2" charset="0"/>
            </a:endParaRPr>
          </a:p>
          <a:p>
            <a:pPr marL="457200" marR="0" lvl="1" indent="-228600" defTabSz="9144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ona Sans Expanded" pitchFamily="2" charset="0"/>
              </a:rPr>
              <a:t>Designed a hierarchical 192.168.x.x addressing scheme for device identification .</a:t>
            </a:r>
          </a:p>
          <a:p>
            <a:pPr marL="0" marR="0" lvl="0" indent="-228600" defTabSz="9144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ona Sans Expanded" pitchFamily="2" charset="0"/>
              </a:rPr>
              <a:t>DHCP (Dynamic Host Configuration Protocol):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Mona Sans Expanded" pitchFamily="2" charset="0"/>
            </a:endParaRPr>
          </a:p>
          <a:p>
            <a:pPr marL="457200" marR="0" lvl="1" indent="-228600" defTabSz="9144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ona Sans Expanded" pitchFamily="2" charset="0"/>
              </a:rPr>
              <a:t>Centralized server for automated IP assignment to Staff and Guests .</a:t>
            </a:r>
          </a:p>
          <a:p>
            <a:pPr marL="0" marR="0" lvl="0" indent="-228600" defTabSz="9144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ona Sans Expanded" pitchFamily="2" charset="0"/>
              </a:rPr>
              <a:t>DNS (Domain Name System):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Mona Sans Expanded" pitchFamily="2" charset="0"/>
            </a:endParaRPr>
          </a:p>
          <a:p>
            <a:pPr marL="457200" marR="0" lvl="1" indent="-228600" defTabSz="9144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ona Sans Expanded" pitchFamily="2" charset="0"/>
              </a:rPr>
              <a:t>Mapped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Mona Sans Expanded" pitchFamily="2" charset="0"/>
              </a:rPr>
              <a:t>security.safari.com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ona Sans Expanded" pitchFamily="2" charset="0"/>
              </a:rPr>
              <a:t>to the IoT Server for ease of access.</a:t>
            </a:r>
          </a:p>
          <a:p>
            <a:pPr marL="0" marR="0" lvl="0" indent="-228600" defTabSz="9144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ona Sans Expanded" pitchFamily="2" charset="0"/>
              </a:rPr>
              <a:t>Transport &amp; Diagnostics: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Mona Sans Expanded" pitchFamily="2" charset="0"/>
            </a:endParaRPr>
          </a:p>
          <a:p>
            <a:pPr marL="457200" marR="0" lvl="1" indent="-228600" defTabSz="9144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ona Sans Expanded" pitchFamily="2" charset="0"/>
              </a:rPr>
              <a:t>TCP/UDP: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ona Sans Expanded" pitchFamily="2" charset="0"/>
              </a:rPr>
              <a:t> Used for reliable Web/DNS traffic.</a:t>
            </a:r>
          </a:p>
          <a:p>
            <a:pPr marL="457200" marR="0" lvl="1" indent="-228600" defTabSz="9144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ona Sans Expanded" pitchFamily="2" charset="0"/>
              </a:rPr>
              <a:t>ICMP: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ona Sans Expanded" pitchFamily="2" charset="0"/>
              </a:rPr>
              <a:t> Enabled for connectivity testing and troubleshooting (Ping).</a:t>
            </a:r>
          </a:p>
          <a:p>
            <a:pPr marL="0" marR="0" lvl="0" indent="-228600" defTabSz="9144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ona Sans Expanded" pitchFamily="2" charset="0"/>
              </a:rPr>
              <a:t>PC (Personal Computer):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Mona Sans Expanded" pitchFamily="2" charset="0"/>
            </a:endParaRPr>
          </a:p>
          <a:p>
            <a:pPr marL="457200" marR="0" lvl="1" indent="-228600" defTabSz="9144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Mona Sans Expanded" pitchFamily="2" charset="0"/>
              </a:rPr>
              <a:t>End-user terminals deployed in Reception and Admin offices.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Mona Sans Expande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77244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DE4E55-4A64-1871-F5BF-2894A7696D86}"/>
              </a:ext>
            </a:extLst>
          </p:cNvPr>
          <p:cNvSpPr txBox="1">
            <a:spLocks/>
          </p:cNvSpPr>
          <p:nvPr/>
        </p:nvSpPr>
        <p:spPr>
          <a:xfrm>
            <a:off x="1136397" y="567268"/>
            <a:ext cx="5797803" cy="12050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600" kern="1200" dirty="0">
                <a:solidFill>
                  <a:schemeClr val="accent6">
                    <a:lumMod val="75000"/>
                  </a:schemeClr>
                </a:solidFill>
                <a:latin typeface="Mona Sans Expanded ExtraBold" pitchFamily="2" charset="0"/>
              </a:rPr>
              <a:t>Firewall </a:t>
            </a:r>
            <a:r>
              <a:rPr lang="en-US" sz="2800" kern="1200" dirty="0">
                <a:solidFill>
                  <a:schemeClr val="accent6">
                    <a:lumMod val="75000"/>
                  </a:schemeClr>
                </a:solidFill>
                <a:latin typeface="Mona Sans Expanded ExtraBold" pitchFamily="2" charset="0"/>
              </a:rPr>
              <a:t>(ASA 5506) </a:t>
            </a:r>
            <a:r>
              <a:rPr lang="en-US" sz="3600" kern="1200" dirty="0">
                <a:solidFill>
                  <a:schemeClr val="accent6">
                    <a:lumMod val="75000"/>
                  </a:schemeClr>
                </a:solidFill>
                <a:latin typeface="Mona Sans Expanded ExtraBold" pitchFamily="2" charset="0"/>
              </a:rPr>
              <a:t>Implementation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C0F917-C36D-645F-56EE-F73061F937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3488" y="1585972"/>
            <a:ext cx="5201023" cy="3827593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B43D887C-9BC3-1552-E472-23BB35B8EC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2002575"/>
              </p:ext>
            </p:extLst>
          </p:nvPr>
        </p:nvGraphicFramePr>
        <p:xfrm>
          <a:off x="1136397" y="2020474"/>
          <a:ext cx="4959603" cy="35225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35426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070D56-590B-9B42-1030-FBEB606439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814" y="643467"/>
            <a:ext cx="10870372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1765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19438F-142B-EEB2-DB87-EF8B9CB29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17C474-F7C9-9A7F-4ABE-4D2A1160D6D0}"/>
              </a:ext>
            </a:extLst>
          </p:cNvPr>
          <p:cNvSpPr txBox="1"/>
          <p:nvPr/>
        </p:nvSpPr>
        <p:spPr>
          <a:xfrm>
            <a:off x="1524000" y="1293338"/>
            <a:ext cx="9144000" cy="32745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CABLE</a:t>
            </a: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CONNECTIONS: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13097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CA1044-ADED-FD4C-B557-84F21DD060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551" y="0"/>
            <a:ext cx="10516898" cy="673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1420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3B3A90-F3A5-C331-FF9D-1E461562AF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77" r="-1" b="4874"/>
          <a:stretch>
            <a:fillRect/>
          </a:stretch>
        </p:blipFill>
        <p:spPr>
          <a:xfrm>
            <a:off x="3068" y="-1"/>
            <a:ext cx="12188932" cy="68579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AC0BF3A-A05E-D790-F7DC-BC211B3F27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402" y="181775"/>
            <a:ext cx="11052792" cy="7154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8226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431730-0756-8353-DEE1-8A017F245D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1160" y="0"/>
            <a:ext cx="9885629" cy="673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6955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8BCBFB7-B786-FFA8-0C97-7E2F83CA4B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370" y="0"/>
            <a:ext cx="9094914" cy="674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5329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7A5F1F-1F5E-20AE-3B6A-38DFD7C521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83919"/>
            <a:ext cx="12174082" cy="5394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7553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FCA863-990C-94C8-1432-897939D9F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384" y="561678"/>
            <a:ext cx="11273232" cy="5734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5789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5270C5-F46C-16E1-9867-D864DD556043}"/>
              </a:ext>
            </a:extLst>
          </p:cNvPr>
          <p:cNvSpPr txBox="1"/>
          <p:nvPr/>
        </p:nvSpPr>
        <p:spPr>
          <a:xfrm>
            <a:off x="1524000" y="1293338"/>
            <a:ext cx="9144000" cy="32745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CONFIGRATIONS: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81922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67B7D82-D5C5-9A32-4C3A-58BCB0E9E4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2732" y="965199"/>
            <a:ext cx="2230847" cy="492861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975D900-2906-6D9E-59F2-D3C72D5DCF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700" y="965199"/>
            <a:ext cx="3488699" cy="50961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D6F89C-7ECF-EDD1-7D72-8725A488F4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7040" y="784498"/>
            <a:ext cx="2193040" cy="510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1459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F5979-3323-E13B-8A62-7CF28732F672}"/>
              </a:ext>
            </a:extLst>
          </p:cNvPr>
          <p:cNvSpPr txBox="1">
            <a:spLocks/>
          </p:cNvSpPr>
          <p:nvPr/>
        </p:nvSpPr>
        <p:spPr>
          <a:xfrm>
            <a:off x="521208" y="978408"/>
            <a:ext cx="6300216" cy="1325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 kern="1200" dirty="0">
                <a:solidFill>
                  <a:schemeClr val="tx1"/>
                </a:solidFill>
                <a:latin typeface="Mona Sans Expanded Black" pitchFamily="2" charset="0"/>
              </a:rPr>
              <a:t>Access Switch Configuration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EB93F0-71FF-88AF-90B5-B8F720ACF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867" y="3115299"/>
            <a:ext cx="6281928" cy="323070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1895C-D4F3-FCE2-353A-58EA7FA0F623}"/>
              </a:ext>
            </a:extLst>
          </p:cNvPr>
          <p:cNvSpPr txBox="1">
            <a:spLocks/>
          </p:cNvSpPr>
          <p:nvPr/>
        </p:nvSpPr>
        <p:spPr>
          <a:xfrm>
            <a:off x="7507224" y="1088136"/>
            <a:ext cx="4160520" cy="525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Access ports assigned to appropriate VLANs.</a:t>
            </a:r>
          </a:p>
          <a:p>
            <a:r>
              <a:rPr lang="en-US"/>
              <a:t>802.1Q trunk links toward core switch.</a:t>
            </a:r>
          </a:p>
          <a:p>
            <a:r>
              <a:rPr lang="en-US"/>
              <a:t>Port security applied to limit unauthorized devices.</a:t>
            </a:r>
          </a:p>
        </p:txBody>
      </p:sp>
    </p:spTree>
    <p:extLst>
      <p:ext uri="{BB962C8B-B14F-4D97-AF65-F5344CB8AC3E}">
        <p14:creationId xmlns:p14="http://schemas.microsoft.com/office/powerpoint/2010/main" val="1956579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883B5-4A70-F8EB-30D1-59DEA2B84BF3}"/>
              </a:ext>
            </a:extLst>
          </p:cNvPr>
          <p:cNvSpPr txBox="1">
            <a:spLocks/>
          </p:cNvSpPr>
          <p:nvPr/>
        </p:nvSpPr>
        <p:spPr>
          <a:xfrm>
            <a:off x="521208" y="978408"/>
            <a:ext cx="6300216" cy="1325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 kern="1200" dirty="0">
                <a:solidFill>
                  <a:schemeClr val="tx1"/>
                </a:solidFill>
                <a:latin typeface="Mona Sans Expanded Black" pitchFamily="2" charset="0"/>
              </a:rPr>
              <a:t>Access Switch Configuration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FCA863-990C-94C8-1432-897939D9F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2691031"/>
            <a:ext cx="6281928" cy="339081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ED658-EACA-C5EC-1875-DEAEB38A8968}"/>
              </a:ext>
            </a:extLst>
          </p:cNvPr>
          <p:cNvSpPr txBox="1">
            <a:spLocks/>
          </p:cNvSpPr>
          <p:nvPr/>
        </p:nvSpPr>
        <p:spPr>
          <a:xfrm>
            <a:off x="7507224" y="1088136"/>
            <a:ext cx="4160520" cy="525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For Floor 2: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653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D38BFF-DF7C-82E6-70C2-D1AD00EC2FBA}"/>
              </a:ext>
            </a:extLst>
          </p:cNvPr>
          <p:cNvSpPr txBox="1"/>
          <p:nvPr/>
        </p:nvSpPr>
        <p:spPr>
          <a:xfrm>
            <a:off x="9080627" y="1483912"/>
            <a:ext cx="2812873" cy="39611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Mona Sans Expanded Black" pitchFamily="2" charset="0"/>
                <a:ea typeface="+mj-ea"/>
                <a:cs typeface="+mj-cs"/>
              </a:rPr>
              <a:t>For </a:t>
            </a:r>
            <a:br>
              <a:rPr lang="en-US" sz="2800" dirty="0">
                <a:solidFill>
                  <a:schemeClr val="accent6">
                    <a:lumMod val="50000"/>
                  </a:schemeClr>
                </a:solidFill>
                <a:latin typeface="Mona Sans Expanded Black" pitchFamily="2" charset="0"/>
                <a:ea typeface="+mj-ea"/>
                <a:cs typeface="+mj-cs"/>
              </a:rPr>
            </a:b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Mona Sans Expanded Black" pitchFamily="2" charset="0"/>
                <a:ea typeface="+mj-ea"/>
                <a:cs typeface="+mj-cs"/>
              </a:rPr>
              <a:t>Wireless Device Connectivity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63C3D5-8C14-8B26-EFD0-67A65A6480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12" t="11643" r="1716" b="15338"/>
          <a:stretch>
            <a:fillRect/>
          </a:stretch>
        </p:blipFill>
        <p:spPr>
          <a:xfrm>
            <a:off x="567267" y="1677672"/>
            <a:ext cx="7552268" cy="396113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D657C76-A16C-1FB4-DF88-1CE10B892C8A}"/>
              </a:ext>
            </a:extLst>
          </p:cNvPr>
          <p:cNvSpPr/>
          <p:nvPr/>
        </p:nvSpPr>
        <p:spPr>
          <a:xfrm>
            <a:off x="5181600" y="1677672"/>
            <a:ext cx="2937935" cy="376737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3286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CBF468-8452-FE81-1878-CD85C33AE2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47" t="8257" r="56924"/>
          <a:stretch>
            <a:fillRect/>
          </a:stretch>
        </p:blipFill>
        <p:spPr>
          <a:xfrm>
            <a:off x="875229" y="773633"/>
            <a:ext cx="2629756" cy="5891196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1D8E7FF-A1CE-599E-CEC8-0C3B3DE99C4D}"/>
              </a:ext>
            </a:extLst>
          </p:cNvPr>
          <p:cNvGrpSpPr/>
          <p:nvPr/>
        </p:nvGrpSpPr>
        <p:grpSpPr>
          <a:xfrm>
            <a:off x="3952241" y="905843"/>
            <a:ext cx="2737108" cy="5758986"/>
            <a:chOff x="4440283" y="941625"/>
            <a:chExt cx="2364377" cy="497474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092F973-F9E6-1ED6-01BD-157C6066A5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83" t="2992" r="57316" b="8495"/>
            <a:stretch>
              <a:fillRect/>
            </a:stretch>
          </p:blipFill>
          <p:spPr>
            <a:xfrm>
              <a:off x="4440283" y="941625"/>
              <a:ext cx="2275276" cy="2114628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BBC1E3F-2B22-1496-6985-6021593583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119" t="1847" r="55283" b="36349"/>
            <a:stretch>
              <a:fillRect/>
            </a:stretch>
          </p:blipFill>
          <p:spPr>
            <a:xfrm>
              <a:off x="4440283" y="3056253"/>
              <a:ext cx="2364377" cy="2860117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F17DE719-8535-26CC-D14B-37F739EB67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6605" y="1271244"/>
            <a:ext cx="4454010" cy="50380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CF3EAEB-791A-C3D4-E950-0A59A24E5F3C}"/>
              </a:ext>
            </a:extLst>
          </p:cNvPr>
          <p:cNvSpPr txBox="1"/>
          <p:nvPr/>
        </p:nvSpPr>
        <p:spPr>
          <a:xfrm>
            <a:off x="3504985" y="308258"/>
            <a:ext cx="6096000" cy="480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b="1" kern="1200" dirty="0">
                <a:solidFill>
                  <a:schemeClr val="accent6">
                    <a:lumMod val="50000"/>
                  </a:schemeClr>
                </a:solidFill>
                <a:latin typeface="Mona Sans Expanded Black" pitchFamily="2" charset="0"/>
                <a:ea typeface="+mj-ea"/>
                <a:cs typeface="+mj-cs"/>
              </a:rPr>
              <a:t>Core 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Mona Sans Expanded Black" pitchFamily="2" charset="0"/>
                <a:ea typeface="+mj-ea"/>
                <a:cs typeface="+mj-cs"/>
              </a:rPr>
              <a:t>Switch</a:t>
            </a:r>
            <a:r>
              <a:rPr lang="en-US" sz="2800" b="1" kern="1200" dirty="0">
                <a:solidFill>
                  <a:schemeClr val="accent6">
                    <a:lumMod val="50000"/>
                  </a:schemeClr>
                </a:solidFill>
                <a:latin typeface="Mona Sans Expanded Black" pitchFamily="2" charset="0"/>
                <a:ea typeface="+mj-ea"/>
                <a:cs typeface="+mj-cs"/>
              </a:rPr>
              <a:t> Configuration</a:t>
            </a:r>
          </a:p>
        </p:txBody>
      </p:sp>
    </p:spTree>
    <p:extLst>
      <p:ext uri="{BB962C8B-B14F-4D97-AF65-F5344CB8AC3E}">
        <p14:creationId xmlns:p14="http://schemas.microsoft.com/office/powerpoint/2010/main" val="42599880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D3E59-0C2D-6203-E3CC-06F12F9F3FB1}"/>
              </a:ext>
            </a:extLst>
          </p:cNvPr>
          <p:cNvSpPr txBox="1">
            <a:spLocks/>
          </p:cNvSpPr>
          <p:nvPr/>
        </p:nvSpPr>
        <p:spPr>
          <a:xfrm>
            <a:off x="521208" y="978408"/>
            <a:ext cx="6300216" cy="1325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 kern="1200" dirty="0">
                <a:solidFill>
                  <a:schemeClr val="accent6">
                    <a:lumMod val="50000"/>
                  </a:schemeClr>
                </a:solidFill>
                <a:latin typeface="Mona Sans Expanded Black" pitchFamily="2" charset="0"/>
              </a:rPr>
              <a:t>Core Router Configuration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2C4628-9F25-16E7-0E74-E9CE5980D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625327"/>
            <a:ext cx="6281928" cy="274834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233B5-D681-3DF6-5370-E95F76E29674}"/>
              </a:ext>
            </a:extLst>
          </p:cNvPr>
          <p:cNvSpPr txBox="1">
            <a:spLocks/>
          </p:cNvSpPr>
          <p:nvPr/>
        </p:nvSpPr>
        <p:spPr>
          <a:xfrm>
            <a:off x="7507224" y="1088136"/>
            <a:ext cx="4160520" cy="525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Static routing implemented.</a:t>
            </a:r>
          </a:p>
          <a:p>
            <a:r>
              <a:rPr lang="en-US"/>
              <a:t>Routes internal VLAN traffic toward core switch.</a:t>
            </a:r>
          </a:p>
          <a:p>
            <a:r>
              <a:rPr lang="en-US"/>
              <a:t>Default route points toward firewall.</a:t>
            </a:r>
          </a:p>
          <a:p>
            <a:r>
              <a:rPr lang="en-US"/>
              <a:t>Static iP Addressing applied successfully!!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6673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3F3D455-0E21-588D-C22A-11A1EE6C310C}"/>
              </a:ext>
            </a:extLst>
          </p:cNvPr>
          <p:cNvSpPr txBox="1"/>
          <p:nvPr/>
        </p:nvSpPr>
        <p:spPr>
          <a:xfrm>
            <a:off x="767273" y="997276"/>
            <a:ext cx="5328727" cy="5658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Core Router Running Configuration (CORE-RTR)</a:t>
            </a:r>
            <a:endParaRPr lang="en-US" sz="14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version 15.1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 service timestamps log datetime msec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 service timestamps debug datetime msec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 service password-encryption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hostname Router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US" sz="1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cef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 ipv6 </a:t>
            </a:r>
            <a:r>
              <a:rPr lang="en-US" sz="1400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cef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interface GigabitEthernet0/0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US" sz="1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address 10.0.0.2 255.255.255.252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duplex auto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speed auto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b="1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4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1400" b="1" kern="0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3438AD-F2E2-7BBA-BC31-4F5F3136478C}"/>
              </a:ext>
            </a:extLst>
          </p:cNvPr>
          <p:cNvSpPr txBox="1"/>
          <p:nvPr/>
        </p:nvSpPr>
        <p:spPr>
          <a:xfrm>
            <a:off x="6096000" y="1908550"/>
            <a:ext cx="5328727" cy="3835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interface GigabitEthernet0/1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US" sz="1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address 10.0.0.5 255.255.255.252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duplex auto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speed auto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interface GigabitEthernet0/2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shutdown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US" sz="1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classless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US" sz="1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route 192.168.0.0 255.255.0.0 10.0.0.1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US" sz="1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route 0.0.0.0 0.0.0.0 10.0.0.6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26096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794757-4FC4-2946-1622-46AE7B292DDB}"/>
              </a:ext>
            </a:extLst>
          </p:cNvPr>
          <p:cNvSpPr txBox="1">
            <a:spLocks/>
          </p:cNvSpPr>
          <p:nvPr/>
        </p:nvSpPr>
        <p:spPr>
          <a:xfrm>
            <a:off x="521208" y="5303520"/>
            <a:ext cx="7726680" cy="106206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400" dirty="0">
                <a:solidFill>
                  <a:schemeClr val="accent6">
                    <a:lumMod val="50000"/>
                  </a:schemeClr>
                </a:solidFill>
                <a:latin typeface="Mona Sans Expanded Black" pitchFamily="2" charset="0"/>
              </a:rPr>
              <a:t>Firewall (ASA 5506) Implementation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0BA8F23-3EFC-36D9-AF11-5A0CE8E70F0F}"/>
              </a:ext>
            </a:extLst>
          </p:cNvPr>
          <p:cNvGrpSpPr/>
          <p:nvPr/>
        </p:nvGrpSpPr>
        <p:grpSpPr>
          <a:xfrm>
            <a:off x="6220441" y="1726629"/>
            <a:ext cx="5450640" cy="2584858"/>
            <a:chOff x="1044961" y="4252992"/>
            <a:chExt cx="4424981" cy="2098461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98CBA77-11D0-BC5F-E253-F2959F378A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44961" y="4252992"/>
              <a:ext cx="1352739" cy="219106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53187D0-7C5E-E6EF-D589-8315410896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59251" y="4474766"/>
              <a:ext cx="4410691" cy="1876687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D033CE8-C613-D3EC-20BD-E1109905AD00}"/>
              </a:ext>
            </a:extLst>
          </p:cNvPr>
          <p:cNvGrpSpPr/>
          <p:nvPr/>
        </p:nvGrpSpPr>
        <p:grpSpPr>
          <a:xfrm>
            <a:off x="517869" y="1677734"/>
            <a:ext cx="5450642" cy="2682661"/>
            <a:chOff x="1030672" y="2374740"/>
            <a:chExt cx="3615287" cy="1779348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F0E7EDF-834A-E4FD-669C-EECB75645C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0672" y="2374740"/>
              <a:ext cx="1381318" cy="247685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0CF75149-BEB7-FAB8-4B2F-DAC6B80935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59251" y="2622425"/>
              <a:ext cx="3586708" cy="15316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601528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E04C2F-6934-0EFD-12A5-935A237879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466" y="707669"/>
            <a:ext cx="6092374" cy="54426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F46174-D891-93B9-7F29-9328253AFA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2247" y="1967561"/>
            <a:ext cx="5230729" cy="2950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8348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ACA221-9A33-D74A-2A76-A6B6E01222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888" y="942165"/>
            <a:ext cx="6728351" cy="5403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9401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D4EA3-517B-8193-A419-0368324CB52C}"/>
              </a:ext>
            </a:extLst>
          </p:cNvPr>
          <p:cNvSpPr txBox="1">
            <a:spLocks/>
          </p:cNvSpPr>
          <p:nvPr/>
        </p:nvSpPr>
        <p:spPr>
          <a:xfrm>
            <a:off x="521208" y="978408"/>
            <a:ext cx="6300216" cy="1325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 kern="1200" dirty="0">
                <a:solidFill>
                  <a:schemeClr val="accent6">
                    <a:lumMod val="50000"/>
                  </a:schemeClr>
                </a:solidFill>
                <a:latin typeface="Mona Sans Expanded Black" pitchFamily="2" charset="0"/>
              </a:rPr>
              <a:t>Network Testing &amp; Verification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F3A135-5638-10C6-DF7A-5FC7423DD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67" y="3097787"/>
            <a:ext cx="6281928" cy="324821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A9ABD-8265-2119-2212-ECE695B72F0C}"/>
              </a:ext>
            </a:extLst>
          </p:cNvPr>
          <p:cNvSpPr txBox="1">
            <a:spLocks/>
          </p:cNvSpPr>
          <p:nvPr/>
        </p:nvSpPr>
        <p:spPr>
          <a:xfrm>
            <a:off x="7507224" y="1088136"/>
            <a:ext cx="4160520" cy="525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Ping tests verify inter-VLAN connectivity.</a:t>
            </a:r>
          </a:p>
          <a:p>
            <a:r>
              <a:rPr lang="en-US" dirty="0"/>
              <a:t>End devices successfully access servers and internet.</a:t>
            </a:r>
          </a:p>
          <a:p>
            <a:r>
              <a:rPr lang="en-US" dirty="0"/>
              <a:t>We contacted a PC from Guest-Lounge having </a:t>
            </a:r>
            <a:r>
              <a:rPr lang="en-US" dirty="0" err="1"/>
              <a:t>ip</a:t>
            </a:r>
            <a:r>
              <a:rPr lang="en-US" dirty="0"/>
              <a:t>-Address: </a:t>
            </a:r>
            <a:r>
              <a:rPr lang="en-US" b="1" dirty="0"/>
              <a:t>192.168.0.10</a:t>
            </a:r>
          </a:p>
          <a:p>
            <a:pPr marL="0"/>
            <a:r>
              <a:rPr lang="en-US" dirty="0"/>
              <a:t>from our main IT System PC and it was successful:</a:t>
            </a:r>
          </a:p>
          <a:p>
            <a:pPr mar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2463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3D58C0B1-17F9-5F68-E91B-E230940F1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543" y="586547"/>
            <a:ext cx="7565779" cy="138699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effectLst/>
                <a:latin typeface="Mona Sans Expanded Black" pitchFamily="2" charset="0"/>
                <a:ea typeface="+mj-ea"/>
                <a:cs typeface="+mj-cs"/>
              </a:rPr>
              <a:t>Internal Network to Isp:</a:t>
            </a:r>
          </a:p>
          <a:p>
            <a:pPr marL="0" marR="0" lvl="0" indent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3600" b="1" i="0" u="none" strike="noStrike" cap="none" normalizeH="0" baseline="0" dirty="0">
              <a:ln>
                <a:noFill/>
              </a:ln>
              <a:effectLst/>
              <a:latin typeface="Mona Sans Expanded Black" pitchFamily="2" charset="0"/>
              <a:ea typeface="+mj-ea"/>
              <a:cs typeface="+mj-cs"/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F62CB4F-45D8-4F4F-1CC4-E21631926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234" y="4741907"/>
            <a:ext cx="3449580" cy="106233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R="0" lvl="0" fontAlgn="base">
              <a:lnSpc>
                <a:spcPct val="11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b="1" dirty="0">
                <a:latin typeface="Mona Sans Expanded" pitchFamily="2" charset="0"/>
              </a:rPr>
              <a:t>Firewall Log:</a:t>
            </a:r>
            <a:br>
              <a:rPr kumimoji="0" lang="en-US" altLang="en-US" sz="2400" b="1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a Sans Expanded" pitchFamily="2" charset="0"/>
              </a:rPr>
            </a:br>
            <a:endParaRPr kumimoji="0" lang="en-US" altLang="en-US" sz="2400" b="1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a Sans Expanded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FD0359-8351-5E30-990A-19B62E8A5C72}"/>
              </a:ext>
            </a:extLst>
          </p:cNvPr>
          <p:cNvSpPr txBox="1"/>
          <p:nvPr/>
        </p:nvSpPr>
        <p:spPr>
          <a:xfrm>
            <a:off x="6164062" y="1973543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/>
            <a:r>
              <a:rPr lang="en-US" b="1" dirty="0"/>
              <a:t>Ping test:</a:t>
            </a:r>
            <a:br>
              <a:rPr lang="en-US" dirty="0"/>
            </a:br>
            <a:r>
              <a:rPr lang="en-US" dirty="0"/>
              <a:t>From our Admin Device To ISP Router and it was successful:</a:t>
            </a:r>
          </a:p>
          <a:p>
            <a:pPr marL="0"/>
            <a:endParaRPr lang="en-US" dirty="0"/>
          </a:p>
          <a:p>
            <a:pPr marL="0"/>
            <a:r>
              <a:rPr lang="en-US" b="1" dirty="0"/>
              <a:t>Result:</a:t>
            </a:r>
          </a:p>
          <a:p>
            <a:pPr marL="0"/>
            <a:r>
              <a:rPr lang="en-US" dirty="0"/>
              <a:t>Firewall Block Generate the Log.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DAB68B-0820-52A6-2B9F-939971E907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26" r="8271"/>
          <a:stretch>
            <a:fillRect/>
          </a:stretch>
        </p:blipFill>
        <p:spPr bwMode="auto">
          <a:xfrm>
            <a:off x="640543" y="1937240"/>
            <a:ext cx="5147698" cy="197255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58661F-4EFB-6C4D-27E5-C86ED3C01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234" y="5308266"/>
            <a:ext cx="10925836" cy="1009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4126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6A47D5-27E6-AFD5-E160-E2B244D657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6746" y="586822"/>
            <a:ext cx="3560252" cy="16459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3200" b="1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a Sans Expanded Black" pitchFamily="2" charset="0"/>
                <a:ea typeface="+mj-ea"/>
                <a:cs typeface="+mj-cs"/>
              </a:rPr>
              <a:t>ISP To </a:t>
            </a:r>
            <a:r>
              <a:rPr lang="en-US" altLang="en-US" sz="3200" b="1" kern="1200" dirty="0">
                <a:solidFill>
                  <a:schemeClr val="tx1"/>
                </a:solidFill>
                <a:latin typeface="Mona Sans Expanded Black" pitchFamily="2" charset="0"/>
                <a:ea typeface="+mj-ea"/>
                <a:cs typeface="+mj-cs"/>
              </a:rPr>
              <a:t>Internal Network </a:t>
            </a:r>
            <a:r>
              <a:rPr kumimoji="0" lang="en-US" altLang="en-US" sz="3200" b="1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a Sans Expanded Black" pitchFamily="2" charset="0"/>
                <a:ea typeface="+mj-ea"/>
                <a:cs typeface="+mj-cs"/>
              </a:rPr>
              <a:t>:</a:t>
            </a:r>
          </a:p>
          <a:p>
            <a:pPr marL="0" marR="0" lvl="0" indent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32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a Sans Expanded Black" pitchFamily="2" charset="0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1C5D93-820D-3603-CCBB-3A8C05D566C1}"/>
              </a:ext>
            </a:extLst>
          </p:cNvPr>
          <p:cNvSpPr txBox="1"/>
          <p:nvPr/>
        </p:nvSpPr>
        <p:spPr>
          <a:xfrm>
            <a:off x="5351164" y="586822"/>
            <a:ext cx="6002636" cy="1645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/>
              <a:t>Ping test:</a:t>
            </a:r>
            <a:br>
              <a:rPr lang="en-US" sz="1500" dirty="0"/>
            </a:br>
            <a:r>
              <a:rPr lang="en-US" sz="1500" dirty="0"/>
              <a:t>From ISP Router To our Internal </a:t>
            </a:r>
            <a:r>
              <a:rPr lang="en-US" sz="1500" dirty="0" err="1"/>
              <a:t>Netrork</a:t>
            </a:r>
            <a:r>
              <a:rPr lang="en-US" sz="1500" dirty="0"/>
              <a:t> and it was</a:t>
            </a:r>
          </a:p>
          <a:p>
            <a:pPr marL="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Blocked By the Firewall</a:t>
            </a:r>
          </a:p>
          <a:p>
            <a:pPr marL="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/>
          </a:p>
          <a:p>
            <a:pPr marL="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/>
              <a:t>Result:</a:t>
            </a:r>
          </a:p>
          <a:p>
            <a:pPr marL="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Firewall Block The </a:t>
            </a:r>
            <a:r>
              <a:rPr lang="en-US" sz="1500" dirty="0" err="1"/>
              <a:t>outsite</a:t>
            </a:r>
            <a:r>
              <a:rPr lang="en-US" sz="1500" dirty="0"/>
              <a:t> </a:t>
            </a:r>
            <a:r>
              <a:rPr lang="en-US" sz="1500" dirty="0" err="1"/>
              <a:t>Trafic</a:t>
            </a:r>
            <a:endParaRPr lang="en-US" sz="15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5AD4EC-E6B9-442A-0D4B-7AF7F2A67AC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240" b="30642"/>
          <a:stretch>
            <a:fillRect/>
          </a:stretch>
        </p:blipFill>
        <p:spPr bwMode="auto">
          <a:xfrm>
            <a:off x="557039" y="3512181"/>
            <a:ext cx="11164824" cy="2175401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0E4E43C-84B0-E928-1F8A-4613822D38D6}"/>
              </a:ext>
            </a:extLst>
          </p:cNvPr>
          <p:cNvSpPr txBox="1"/>
          <p:nvPr/>
        </p:nvSpPr>
        <p:spPr>
          <a:xfrm>
            <a:off x="618424" y="3027423"/>
            <a:ext cx="6096000" cy="34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Ping 192.168.10.1</a:t>
            </a: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24152207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2BF0EC-AAED-CEBA-3F71-46675356DC1A}"/>
              </a:ext>
            </a:extLst>
          </p:cNvPr>
          <p:cNvSpPr txBox="1">
            <a:spLocks/>
          </p:cNvSpPr>
          <p:nvPr/>
        </p:nvSpPr>
        <p:spPr>
          <a:xfrm>
            <a:off x="838200" y="557188"/>
            <a:ext cx="10515600" cy="11334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5200" b="1" kern="1200" dirty="0">
                <a:solidFill>
                  <a:schemeClr val="accent6">
                    <a:lumMod val="75000"/>
                  </a:schemeClr>
                </a:solidFill>
                <a:latin typeface="Mona Sans Expanded ExtraBold" pitchFamily="2" charset="0"/>
              </a:rPr>
              <a:t>Conclusion: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F809EC-4F83-51C5-A6DE-86CBB371C0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349" y="1942130"/>
            <a:ext cx="10515702" cy="4358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8435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F778EC6E-B783-44A8-9FF7-FEF1EE6DC0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830098" y="-1"/>
            <a:ext cx="7361901" cy="6857999"/>
          </a:xfrm>
          <a:custGeom>
            <a:avLst/>
            <a:gdLst>
              <a:gd name="connsiteX0" fmla="*/ 0 w 8733721"/>
              <a:gd name="connsiteY0" fmla="*/ 0 h 6857999"/>
              <a:gd name="connsiteX1" fmla="*/ 961321 w 8733721"/>
              <a:gd name="connsiteY1" fmla="*/ 0 h 6857999"/>
              <a:gd name="connsiteX2" fmla="*/ 2920621 w 8733721"/>
              <a:gd name="connsiteY2" fmla="*/ 0 h 6857999"/>
              <a:gd name="connsiteX3" fmla="*/ 8733721 w 8733721"/>
              <a:gd name="connsiteY3" fmla="*/ 0 h 6857999"/>
              <a:gd name="connsiteX4" fmla="*/ 8733721 w 8733721"/>
              <a:gd name="connsiteY4" fmla="*/ 2 h 6857999"/>
              <a:gd name="connsiteX5" fmla="*/ 8236175 w 8733721"/>
              <a:gd name="connsiteY5" fmla="*/ 2 h 6857999"/>
              <a:gd name="connsiteX6" fmla="*/ 8231178 w 8733721"/>
              <a:gd name="connsiteY6" fmla="*/ 14562 h 6857999"/>
              <a:gd name="connsiteX7" fmla="*/ 8234773 w 8733721"/>
              <a:gd name="connsiteY7" fmla="*/ 59077 h 6857999"/>
              <a:gd name="connsiteX8" fmla="*/ 8227623 w 8733721"/>
              <a:gd name="connsiteY8" fmla="*/ 107668 h 6857999"/>
              <a:gd name="connsiteX9" fmla="*/ 8246150 w 8733721"/>
              <a:gd name="connsiteY9" fmla="*/ 246136 h 6857999"/>
              <a:gd name="connsiteX10" fmla="*/ 8224308 w 8733721"/>
              <a:gd name="connsiteY10" fmla="*/ 372908 h 6857999"/>
              <a:gd name="connsiteX11" fmla="*/ 8221687 w 8733721"/>
              <a:gd name="connsiteY11" fmla="*/ 450607 h 6857999"/>
              <a:gd name="connsiteX12" fmla="*/ 8232987 w 8733721"/>
              <a:gd name="connsiteY12" fmla="*/ 812800 h 6857999"/>
              <a:gd name="connsiteX13" fmla="*/ 8241364 w 8733721"/>
              <a:gd name="connsiteY13" fmla="*/ 912727 h 6857999"/>
              <a:gd name="connsiteX14" fmla="*/ 8240165 w 8733721"/>
              <a:gd name="connsiteY14" fmla="*/ 989950 h 6857999"/>
              <a:gd name="connsiteX15" fmla="*/ 8243561 w 8733721"/>
              <a:gd name="connsiteY15" fmla="*/ 1141745 h 6857999"/>
              <a:gd name="connsiteX16" fmla="*/ 8256144 w 8733721"/>
              <a:gd name="connsiteY16" fmla="*/ 1265454 h 6857999"/>
              <a:gd name="connsiteX17" fmla="*/ 8281494 w 8733721"/>
              <a:gd name="connsiteY17" fmla="*/ 1385480 h 6857999"/>
              <a:gd name="connsiteX18" fmla="*/ 8297877 w 8733721"/>
              <a:gd name="connsiteY18" fmla="*/ 1458060 h 6857999"/>
              <a:gd name="connsiteX19" fmla="*/ 8315502 w 8733721"/>
              <a:gd name="connsiteY19" fmla="*/ 1513175 h 6857999"/>
              <a:gd name="connsiteX20" fmla="*/ 8342335 w 8733721"/>
              <a:gd name="connsiteY20" fmla="*/ 1570809 h 6857999"/>
              <a:gd name="connsiteX21" fmla="*/ 8372418 w 8733721"/>
              <a:gd name="connsiteY21" fmla="*/ 1638391 h 6857999"/>
              <a:gd name="connsiteX22" fmla="*/ 8390715 w 8733721"/>
              <a:gd name="connsiteY22" fmla="*/ 1742490 h 6857999"/>
              <a:gd name="connsiteX23" fmla="*/ 8415178 w 8733721"/>
              <a:gd name="connsiteY23" fmla="*/ 1818229 h 6857999"/>
              <a:gd name="connsiteX24" fmla="*/ 8409273 w 8733721"/>
              <a:gd name="connsiteY24" fmla="*/ 1862723 h 6857999"/>
              <a:gd name="connsiteX25" fmla="*/ 8414840 w 8733721"/>
              <a:gd name="connsiteY25" fmla="*/ 1917476 h 6857999"/>
              <a:gd name="connsiteX26" fmla="*/ 8410734 w 8733721"/>
              <a:gd name="connsiteY26" fmla="*/ 1972204 h 6857999"/>
              <a:gd name="connsiteX27" fmla="*/ 8416466 w 8733721"/>
              <a:gd name="connsiteY27" fmla="*/ 2054291 h 6857999"/>
              <a:gd name="connsiteX28" fmla="*/ 8409837 w 8733721"/>
              <a:gd name="connsiteY28" fmla="*/ 2227417 h 6857999"/>
              <a:gd name="connsiteX29" fmla="*/ 8374483 w 8733721"/>
              <a:gd name="connsiteY29" fmla="*/ 2510933 h 6857999"/>
              <a:gd name="connsiteX30" fmla="*/ 8375191 w 8733721"/>
              <a:gd name="connsiteY30" fmla="*/ 2741866 h 6857999"/>
              <a:gd name="connsiteX31" fmla="*/ 8384389 w 8733721"/>
              <a:gd name="connsiteY31" fmla="*/ 2864935 h 6857999"/>
              <a:gd name="connsiteX32" fmla="*/ 8391822 w 8733721"/>
              <a:gd name="connsiteY32" fmla="*/ 2950807 h 6857999"/>
              <a:gd name="connsiteX33" fmla="*/ 8378111 w 8733721"/>
              <a:gd name="connsiteY33" fmla="*/ 2978246 h 6857999"/>
              <a:gd name="connsiteX34" fmla="*/ 8375025 w 8733721"/>
              <a:gd name="connsiteY34" fmla="*/ 2995916 h 6857999"/>
              <a:gd name="connsiteX35" fmla="*/ 8366764 w 8733721"/>
              <a:gd name="connsiteY35" fmla="*/ 2998648 h 6857999"/>
              <a:gd name="connsiteX36" fmla="*/ 8356827 w 8733721"/>
              <a:gd name="connsiteY36" fmla="*/ 3023630 h 6857999"/>
              <a:gd name="connsiteX37" fmla="*/ 8348883 w 8733721"/>
              <a:gd name="connsiteY37" fmla="*/ 3096975 h 6857999"/>
              <a:gd name="connsiteX38" fmla="*/ 8331320 w 8733721"/>
              <a:gd name="connsiteY38" fmla="*/ 3216657 h 6857999"/>
              <a:gd name="connsiteX39" fmla="*/ 8334250 w 8733721"/>
              <a:gd name="connsiteY39" fmla="*/ 3310980 h 6857999"/>
              <a:gd name="connsiteX40" fmla="*/ 8323018 w 8733721"/>
              <a:gd name="connsiteY40" fmla="*/ 3344725 h 6857999"/>
              <a:gd name="connsiteX41" fmla="*/ 8312317 w 8733721"/>
              <a:gd name="connsiteY41" fmla="*/ 3393250 h 6857999"/>
              <a:gd name="connsiteX42" fmla="*/ 8299110 w 8733721"/>
              <a:gd name="connsiteY42" fmla="*/ 3514536 h 6857999"/>
              <a:gd name="connsiteX43" fmla="*/ 8279421 w 8733721"/>
              <a:gd name="connsiteY43" fmla="*/ 3686149 h 6857999"/>
              <a:gd name="connsiteX44" fmla="*/ 8273021 w 8733721"/>
              <a:gd name="connsiteY44" fmla="*/ 3692208 h 6857999"/>
              <a:gd name="connsiteX45" fmla="*/ 8260968 w 8733721"/>
              <a:gd name="connsiteY45" fmla="*/ 3776022 h 6857999"/>
              <a:gd name="connsiteX46" fmla="*/ 8257071 w 8733721"/>
              <a:gd name="connsiteY46" fmla="*/ 3977138 h 6857999"/>
              <a:gd name="connsiteX47" fmla="*/ 8203359 w 8733721"/>
              <a:gd name="connsiteY47" fmla="*/ 4222149 h 6857999"/>
              <a:gd name="connsiteX48" fmla="*/ 8197502 w 8733721"/>
              <a:gd name="connsiteY48" fmla="*/ 4364683 h 6857999"/>
              <a:gd name="connsiteX49" fmla="*/ 8189960 w 8733721"/>
              <a:gd name="connsiteY49" fmla="*/ 4462471 h 6857999"/>
              <a:gd name="connsiteX50" fmla="*/ 8175156 w 8733721"/>
              <a:gd name="connsiteY50" fmla="*/ 4574052 h 6857999"/>
              <a:gd name="connsiteX51" fmla="*/ 8145454 w 8733721"/>
              <a:gd name="connsiteY51" fmla="*/ 4667756 h 6857999"/>
              <a:gd name="connsiteX52" fmla="*/ 8086875 w 8733721"/>
              <a:gd name="connsiteY52" fmla="*/ 4799019 h 6857999"/>
              <a:gd name="connsiteX53" fmla="*/ 8071779 w 8733721"/>
              <a:gd name="connsiteY53" fmla="*/ 4849614 h 6857999"/>
              <a:gd name="connsiteX54" fmla="*/ 8046521 w 8733721"/>
              <a:gd name="connsiteY54" fmla="*/ 4919971 h 6857999"/>
              <a:gd name="connsiteX55" fmla="*/ 7999171 w 8733721"/>
              <a:gd name="connsiteY55" fmla="*/ 5010766 h 6857999"/>
              <a:gd name="connsiteX56" fmla="*/ 7974494 w 8733721"/>
              <a:gd name="connsiteY56" fmla="*/ 5088190 h 6857999"/>
              <a:gd name="connsiteX57" fmla="*/ 7960017 w 8733721"/>
              <a:gd name="connsiteY57" fmla="*/ 5143922 h 6857999"/>
              <a:gd name="connsiteX58" fmla="*/ 7940570 w 8733721"/>
              <a:gd name="connsiteY58" fmla="*/ 5284346 h 6857999"/>
              <a:gd name="connsiteX59" fmla="*/ 7923844 w 8733721"/>
              <a:gd name="connsiteY59" fmla="*/ 5390948 h 6857999"/>
              <a:gd name="connsiteX60" fmla="*/ 7905061 w 8733721"/>
              <a:gd name="connsiteY60" fmla="*/ 5470854 h 6857999"/>
              <a:gd name="connsiteX61" fmla="*/ 7900574 w 8733721"/>
              <a:gd name="connsiteY61" fmla="*/ 5529643 h 6857999"/>
              <a:gd name="connsiteX62" fmla="*/ 7889879 w 8733721"/>
              <a:gd name="connsiteY62" fmla="*/ 5597292 h 6857999"/>
              <a:gd name="connsiteX63" fmla="*/ 7881533 w 8733721"/>
              <a:gd name="connsiteY63" fmla="*/ 5608899 h 6857999"/>
              <a:gd name="connsiteX64" fmla="*/ 7866845 w 8733721"/>
              <a:gd name="connsiteY64" fmla="*/ 5684911 h 6857999"/>
              <a:gd name="connsiteX65" fmla="*/ 7866707 w 8733721"/>
              <a:gd name="connsiteY65" fmla="*/ 5755776 h 6857999"/>
              <a:gd name="connsiteX66" fmla="*/ 7858630 w 8733721"/>
              <a:gd name="connsiteY66" fmla="*/ 5889599 h 6857999"/>
              <a:gd name="connsiteX67" fmla="*/ 7862852 w 8733721"/>
              <a:gd name="connsiteY67" fmla="*/ 5989744 h 6857999"/>
              <a:gd name="connsiteX68" fmla="*/ 7834617 w 8733721"/>
              <a:gd name="connsiteY68" fmla="*/ 6084926 h 6857999"/>
              <a:gd name="connsiteX69" fmla="*/ 7830440 w 8733721"/>
              <a:gd name="connsiteY69" fmla="*/ 6346549 h 6857999"/>
              <a:gd name="connsiteX70" fmla="*/ 7828988 w 8733721"/>
              <a:gd name="connsiteY70" fmla="*/ 6527527 h 6857999"/>
              <a:gd name="connsiteX71" fmla="*/ 7833220 w 8733721"/>
              <a:gd name="connsiteY71" fmla="*/ 6627129 h 6857999"/>
              <a:gd name="connsiteX72" fmla="*/ 7833451 w 8733721"/>
              <a:gd name="connsiteY72" fmla="*/ 6694819 h 6857999"/>
              <a:gd name="connsiteX73" fmla="*/ 7859394 w 8733721"/>
              <a:gd name="connsiteY73" fmla="*/ 6765445 h 6857999"/>
              <a:gd name="connsiteX74" fmla="*/ 7866873 w 8733721"/>
              <a:gd name="connsiteY74" fmla="*/ 6844697 h 6857999"/>
              <a:gd name="connsiteX75" fmla="*/ 7868076 w 8733721"/>
              <a:gd name="connsiteY75" fmla="*/ 6857999 h 6857999"/>
              <a:gd name="connsiteX76" fmla="*/ 2920621 w 8733721"/>
              <a:gd name="connsiteY76" fmla="*/ 6857999 h 6857999"/>
              <a:gd name="connsiteX77" fmla="*/ 961321 w 8733721"/>
              <a:gd name="connsiteY77" fmla="*/ 6857999 h 6857999"/>
              <a:gd name="connsiteX78" fmla="*/ 0 w 8733721"/>
              <a:gd name="connsiteY78" fmla="*/ 6857999 h 6857999"/>
              <a:gd name="connsiteX0" fmla="*/ 0 w 8733721"/>
              <a:gd name="connsiteY0" fmla="*/ 0 h 6857999"/>
              <a:gd name="connsiteX1" fmla="*/ 961321 w 8733721"/>
              <a:gd name="connsiteY1" fmla="*/ 0 h 6857999"/>
              <a:gd name="connsiteX2" fmla="*/ 2920621 w 8733721"/>
              <a:gd name="connsiteY2" fmla="*/ 0 h 6857999"/>
              <a:gd name="connsiteX3" fmla="*/ 8733721 w 8733721"/>
              <a:gd name="connsiteY3" fmla="*/ 0 h 6857999"/>
              <a:gd name="connsiteX4" fmla="*/ 8733721 w 8733721"/>
              <a:gd name="connsiteY4" fmla="*/ 2 h 6857999"/>
              <a:gd name="connsiteX5" fmla="*/ 8236175 w 8733721"/>
              <a:gd name="connsiteY5" fmla="*/ 2 h 6857999"/>
              <a:gd name="connsiteX6" fmla="*/ 8231178 w 8733721"/>
              <a:gd name="connsiteY6" fmla="*/ 14562 h 6857999"/>
              <a:gd name="connsiteX7" fmla="*/ 8234773 w 8733721"/>
              <a:gd name="connsiteY7" fmla="*/ 59077 h 6857999"/>
              <a:gd name="connsiteX8" fmla="*/ 8227623 w 8733721"/>
              <a:gd name="connsiteY8" fmla="*/ 107668 h 6857999"/>
              <a:gd name="connsiteX9" fmla="*/ 8246150 w 8733721"/>
              <a:gd name="connsiteY9" fmla="*/ 246136 h 6857999"/>
              <a:gd name="connsiteX10" fmla="*/ 8224308 w 8733721"/>
              <a:gd name="connsiteY10" fmla="*/ 372908 h 6857999"/>
              <a:gd name="connsiteX11" fmla="*/ 8221687 w 8733721"/>
              <a:gd name="connsiteY11" fmla="*/ 450607 h 6857999"/>
              <a:gd name="connsiteX12" fmla="*/ 8232987 w 8733721"/>
              <a:gd name="connsiteY12" fmla="*/ 812800 h 6857999"/>
              <a:gd name="connsiteX13" fmla="*/ 8241364 w 8733721"/>
              <a:gd name="connsiteY13" fmla="*/ 912727 h 6857999"/>
              <a:gd name="connsiteX14" fmla="*/ 8240165 w 8733721"/>
              <a:gd name="connsiteY14" fmla="*/ 989950 h 6857999"/>
              <a:gd name="connsiteX15" fmla="*/ 8243561 w 8733721"/>
              <a:gd name="connsiteY15" fmla="*/ 1141745 h 6857999"/>
              <a:gd name="connsiteX16" fmla="*/ 8256144 w 8733721"/>
              <a:gd name="connsiteY16" fmla="*/ 1265454 h 6857999"/>
              <a:gd name="connsiteX17" fmla="*/ 8281494 w 8733721"/>
              <a:gd name="connsiteY17" fmla="*/ 1385480 h 6857999"/>
              <a:gd name="connsiteX18" fmla="*/ 8297877 w 8733721"/>
              <a:gd name="connsiteY18" fmla="*/ 1458060 h 6857999"/>
              <a:gd name="connsiteX19" fmla="*/ 8315502 w 8733721"/>
              <a:gd name="connsiteY19" fmla="*/ 1513175 h 6857999"/>
              <a:gd name="connsiteX20" fmla="*/ 8342335 w 8733721"/>
              <a:gd name="connsiteY20" fmla="*/ 1570809 h 6857999"/>
              <a:gd name="connsiteX21" fmla="*/ 8372418 w 8733721"/>
              <a:gd name="connsiteY21" fmla="*/ 1638391 h 6857999"/>
              <a:gd name="connsiteX22" fmla="*/ 8390715 w 8733721"/>
              <a:gd name="connsiteY22" fmla="*/ 1742490 h 6857999"/>
              <a:gd name="connsiteX23" fmla="*/ 8385393 w 8733721"/>
              <a:gd name="connsiteY23" fmla="*/ 1812272 h 6857999"/>
              <a:gd name="connsiteX24" fmla="*/ 8409273 w 8733721"/>
              <a:gd name="connsiteY24" fmla="*/ 1862723 h 6857999"/>
              <a:gd name="connsiteX25" fmla="*/ 8414840 w 8733721"/>
              <a:gd name="connsiteY25" fmla="*/ 1917476 h 6857999"/>
              <a:gd name="connsiteX26" fmla="*/ 8410734 w 8733721"/>
              <a:gd name="connsiteY26" fmla="*/ 1972204 h 6857999"/>
              <a:gd name="connsiteX27" fmla="*/ 8416466 w 8733721"/>
              <a:gd name="connsiteY27" fmla="*/ 2054291 h 6857999"/>
              <a:gd name="connsiteX28" fmla="*/ 8409837 w 8733721"/>
              <a:gd name="connsiteY28" fmla="*/ 2227417 h 6857999"/>
              <a:gd name="connsiteX29" fmla="*/ 8374483 w 8733721"/>
              <a:gd name="connsiteY29" fmla="*/ 2510933 h 6857999"/>
              <a:gd name="connsiteX30" fmla="*/ 8375191 w 8733721"/>
              <a:gd name="connsiteY30" fmla="*/ 2741866 h 6857999"/>
              <a:gd name="connsiteX31" fmla="*/ 8384389 w 8733721"/>
              <a:gd name="connsiteY31" fmla="*/ 2864935 h 6857999"/>
              <a:gd name="connsiteX32" fmla="*/ 8391822 w 8733721"/>
              <a:gd name="connsiteY32" fmla="*/ 2950807 h 6857999"/>
              <a:gd name="connsiteX33" fmla="*/ 8378111 w 8733721"/>
              <a:gd name="connsiteY33" fmla="*/ 2978246 h 6857999"/>
              <a:gd name="connsiteX34" fmla="*/ 8375025 w 8733721"/>
              <a:gd name="connsiteY34" fmla="*/ 2995916 h 6857999"/>
              <a:gd name="connsiteX35" fmla="*/ 8366764 w 8733721"/>
              <a:gd name="connsiteY35" fmla="*/ 2998648 h 6857999"/>
              <a:gd name="connsiteX36" fmla="*/ 8356827 w 8733721"/>
              <a:gd name="connsiteY36" fmla="*/ 3023630 h 6857999"/>
              <a:gd name="connsiteX37" fmla="*/ 8348883 w 8733721"/>
              <a:gd name="connsiteY37" fmla="*/ 3096975 h 6857999"/>
              <a:gd name="connsiteX38" fmla="*/ 8331320 w 8733721"/>
              <a:gd name="connsiteY38" fmla="*/ 3216657 h 6857999"/>
              <a:gd name="connsiteX39" fmla="*/ 8334250 w 8733721"/>
              <a:gd name="connsiteY39" fmla="*/ 3310980 h 6857999"/>
              <a:gd name="connsiteX40" fmla="*/ 8323018 w 8733721"/>
              <a:gd name="connsiteY40" fmla="*/ 3344725 h 6857999"/>
              <a:gd name="connsiteX41" fmla="*/ 8312317 w 8733721"/>
              <a:gd name="connsiteY41" fmla="*/ 3393250 h 6857999"/>
              <a:gd name="connsiteX42" fmla="*/ 8299110 w 8733721"/>
              <a:gd name="connsiteY42" fmla="*/ 3514536 h 6857999"/>
              <a:gd name="connsiteX43" fmla="*/ 8279421 w 8733721"/>
              <a:gd name="connsiteY43" fmla="*/ 3686149 h 6857999"/>
              <a:gd name="connsiteX44" fmla="*/ 8273021 w 8733721"/>
              <a:gd name="connsiteY44" fmla="*/ 3692208 h 6857999"/>
              <a:gd name="connsiteX45" fmla="*/ 8260968 w 8733721"/>
              <a:gd name="connsiteY45" fmla="*/ 3776022 h 6857999"/>
              <a:gd name="connsiteX46" fmla="*/ 8257071 w 8733721"/>
              <a:gd name="connsiteY46" fmla="*/ 3977138 h 6857999"/>
              <a:gd name="connsiteX47" fmla="*/ 8203359 w 8733721"/>
              <a:gd name="connsiteY47" fmla="*/ 4222149 h 6857999"/>
              <a:gd name="connsiteX48" fmla="*/ 8197502 w 8733721"/>
              <a:gd name="connsiteY48" fmla="*/ 4364683 h 6857999"/>
              <a:gd name="connsiteX49" fmla="*/ 8189960 w 8733721"/>
              <a:gd name="connsiteY49" fmla="*/ 4462471 h 6857999"/>
              <a:gd name="connsiteX50" fmla="*/ 8175156 w 8733721"/>
              <a:gd name="connsiteY50" fmla="*/ 4574052 h 6857999"/>
              <a:gd name="connsiteX51" fmla="*/ 8145454 w 8733721"/>
              <a:gd name="connsiteY51" fmla="*/ 4667756 h 6857999"/>
              <a:gd name="connsiteX52" fmla="*/ 8086875 w 8733721"/>
              <a:gd name="connsiteY52" fmla="*/ 4799019 h 6857999"/>
              <a:gd name="connsiteX53" fmla="*/ 8071779 w 8733721"/>
              <a:gd name="connsiteY53" fmla="*/ 4849614 h 6857999"/>
              <a:gd name="connsiteX54" fmla="*/ 8046521 w 8733721"/>
              <a:gd name="connsiteY54" fmla="*/ 4919971 h 6857999"/>
              <a:gd name="connsiteX55" fmla="*/ 7999171 w 8733721"/>
              <a:gd name="connsiteY55" fmla="*/ 5010766 h 6857999"/>
              <a:gd name="connsiteX56" fmla="*/ 7974494 w 8733721"/>
              <a:gd name="connsiteY56" fmla="*/ 5088190 h 6857999"/>
              <a:gd name="connsiteX57" fmla="*/ 7960017 w 8733721"/>
              <a:gd name="connsiteY57" fmla="*/ 5143922 h 6857999"/>
              <a:gd name="connsiteX58" fmla="*/ 7940570 w 8733721"/>
              <a:gd name="connsiteY58" fmla="*/ 5284346 h 6857999"/>
              <a:gd name="connsiteX59" fmla="*/ 7923844 w 8733721"/>
              <a:gd name="connsiteY59" fmla="*/ 5390948 h 6857999"/>
              <a:gd name="connsiteX60" fmla="*/ 7905061 w 8733721"/>
              <a:gd name="connsiteY60" fmla="*/ 5470854 h 6857999"/>
              <a:gd name="connsiteX61" fmla="*/ 7900574 w 8733721"/>
              <a:gd name="connsiteY61" fmla="*/ 5529643 h 6857999"/>
              <a:gd name="connsiteX62" fmla="*/ 7889879 w 8733721"/>
              <a:gd name="connsiteY62" fmla="*/ 5597292 h 6857999"/>
              <a:gd name="connsiteX63" fmla="*/ 7881533 w 8733721"/>
              <a:gd name="connsiteY63" fmla="*/ 5608899 h 6857999"/>
              <a:gd name="connsiteX64" fmla="*/ 7866845 w 8733721"/>
              <a:gd name="connsiteY64" fmla="*/ 5684911 h 6857999"/>
              <a:gd name="connsiteX65" fmla="*/ 7866707 w 8733721"/>
              <a:gd name="connsiteY65" fmla="*/ 5755776 h 6857999"/>
              <a:gd name="connsiteX66" fmla="*/ 7858630 w 8733721"/>
              <a:gd name="connsiteY66" fmla="*/ 5889599 h 6857999"/>
              <a:gd name="connsiteX67" fmla="*/ 7862852 w 8733721"/>
              <a:gd name="connsiteY67" fmla="*/ 5989744 h 6857999"/>
              <a:gd name="connsiteX68" fmla="*/ 7834617 w 8733721"/>
              <a:gd name="connsiteY68" fmla="*/ 6084926 h 6857999"/>
              <a:gd name="connsiteX69" fmla="*/ 7830440 w 8733721"/>
              <a:gd name="connsiteY69" fmla="*/ 6346549 h 6857999"/>
              <a:gd name="connsiteX70" fmla="*/ 7828988 w 8733721"/>
              <a:gd name="connsiteY70" fmla="*/ 6527527 h 6857999"/>
              <a:gd name="connsiteX71" fmla="*/ 7833220 w 8733721"/>
              <a:gd name="connsiteY71" fmla="*/ 6627129 h 6857999"/>
              <a:gd name="connsiteX72" fmla="*/ 7833451 w 8733721"/>
              <a:gd name="connsiteY72" fmla="*/ 6694819 h 6857999"/>
              <a:gd name="connsiteX73" fmla="*/ 7859394 w 8733721"/>
              <a:gd name="connsiteY73" fmla="*/ 6765445 h 6857999"/>
              <a:gd name="connsiteX74" fmla="*/ 7866873 w 8733721"/>
              <a:gd name="connsiteY74" fmla="*/ 6844697 h 6857999"/>
              <a:gd name="connsiteX75" fmla="*/ 7868076 w 8733721"/>
              <a:gd name="connsiteY75" fmla="*/ 6857999 h 6857999"/>
              <a:gd name="connsiteX76" fmla="*/ 2920621 w 8733721"/>
              <a:gd name="connsiteY76" fmla="*/ 6857999 h 6857999"/>
              <a:gd name="connsiteX77" fmla="*/ 961321 w 8733721"/>
              <a:gd name="connsiteY77" fmla="*/ 6857999 h 6857999"/>
              <a:gd name="connsiteX78" fmla="*/ 0 w 8733721"/>
              <a:gd name="connsiteY78" fmla="*/ 6857999 h 6857999"/>
              <a:gd name="connsiteX79" fmla="*/ 0 w 8733721"/>
              <a:gd name="connsiteY79" fmla="*/ 0 h 6857999"/>
              <a:gd name="connsiteX0" fmla="*/ 0 w 8733721"/>
              <a:gd name="connsiteY0" fmla="*/ 0 h 6857999"/>
              <a:gd name="connsiteX1" fmla="*/ 961321 w 8733721"/>
              <a:gd name="connsiteY1" fmla="*/ 0 h 6857999"/>
              <a:gd name="connsiteX2" fmla="*/ 2920621 w 8733721"/>
              <a:gd name="connsiteY2" fmla="*/ 0 h 6857999"/>
              <a:gd name="connsiteX3" fmla="*/ 8733721 w 8733721"/>
              <a:gd name="connsiteY3" fmla="*/ 0 h 6857999"/>
              <a:gd name="connsiteX4" fmla="*/ 8733721 w 8733721"/>
              <a:gd name="connsiteY4" fmla="*/ 2 h 6857999"/>
              <a:gd name="connsiteX5" fmla="*/ 8236175 w 8733721"/>
              <a:gd name="connsiteY5" fmla="*/ 2 h 6857999"/>
              <a:gd name="connsiteX6" fmla="*/ 8231178 w 8733721"/>
              <a:gd name="connsiteY6" fmla="*/ 14562 h 6857999"/>
              <a:gd name="connsiteX7" fmla="*/ 8234773 w 8733721"/>
              <a:gd name="connsiteY7" fmla="*/ 59077 h 6857999"/>
              <a:gd name="connsiteX8" fmla="*/ 8227623 w 8733721"/>
              <a:gd name="connsiteY8" fmla="*/ 107668 h 6857999"/>
              <a:gd name="connsiteX9" fmla="*/ 8246150 w 8733721"/>
              <a:gd name="connsiteY9" fmla="*/ 246136 h 6857999"/>
              <a:gd name="connsiteX10" fmla="*/ 8224308 w 8733721"/>
              <a:gd name="connsiteY10" fmla="*/ 372908 h 6857999"/>
              <a:gd name="connsiteX11" fmla="*/ 8221687 w 8733721"/>
              <a:gd name="connsiteY11" fmla="*/ 450607 h 6857999"/>
              <a:gd name="connsiteX12" fmla="*/ 8232987 w 8733721"/>
              <a:gd name="connsiteY12" fmla="*/ 812800 h 6857999"/>
              <a:gd name="connsiteX13" fmla="*/ 8241364 w 8733721"/>
              <a:gd name="connsiteY13" fmla="*/ 912727 h 6857999"/>
              <a:gd name="connsiteX14" fmla="*/ 8240165 w 8733721"/>
              <a:gd name="connsiteY14" fmla="*/ 989950 h 6857999"/>
              <a:gd name="connsiteX15" fmla="*/ 8243561 w 8733721"/>
              <a:gd name="connsiteY15" fmla="*/ 1141745 h 6857999"/>
              <a:gd name="connsiteX16" fmla="*/ 8256144 w 8733721"/>
              <a:gd name="connsiteY16" fmla="*/ 1265454 h 6857999"/>
              <a:gd name="connsiteX17" fmla="*/ 8281494 w 8733721"/>
              <a:gd name="connsiteY17" fmla="*/ 1385480 h 6857999"/>
              <a:gd name="connsiteX18" fmla="*/ 8297877 w 8733721"/>
              <a:gd name="connsiteY18" fmla="*/ 1458060 h 6857999"/>
              <a:gd name="connsiteX19" fmla="*/ 8315502 w 8733721"/>
              <a:gd name="connsiteY19" fmla="*/ 1513175 h 6857999"/>
              <a:gd name="connsiteX20" fmla="*/ 8342335 w 8733721"/>
              <a:gd name="connsiteY20" fmla="*/ 1570809 h 6857999"/>
              <a:gd name="connsiteX21" fmla="*/ 8372418 w 8733721"/>
              <a:gd name="connsiteY21" fmla="*/ 1638391 h 6857999"/>
              <a:gd name="connsiteX22" fmla="*/ 8360930 w 8733721"/>
              <a:gd name="connsiteY22" fmla="*/ 1742490 h 6857999"/>
              <a:gd name="connsiteX23" fmla="*/ 8385393 w 8733721"/>
              <a:gd name="connsiteY23" fmla="*/ 1812272 h 6857999"/>
              <a:gd name="connsiteX24" fmla="*/ 8409273 w 8733721"/>
              <a:gd name="connsiteY24" fmla="*/ 1862723 h 6857999"/>
              <a:gd name="connsiteX25" fmla="*/ 8414840 w 8733721"/>
              <a:gd name="connsiteY25" fmla="*/ 1917476 h 6857999"/>
              <a:gd name="connsiteX26" fmla="*/ 8410734 w 8733721"/>
              <a:gd name="connsiteY26" fmla="*/ 1972204 h 6857999"/>
              <a:gd name="connsiteX27" fmla="*/ 8416466 w 8733721"/>
              <a:gd name="connsiteY27" fmla="*/ 2054291 h 6857999"/>
              <a:gd name="connsiteX28" fmla="*/ 8409837 w 8733721"/>
              <a:gd name="connsiteY28" fmla="*/ 2227417 h 6857999"/>
              <a:gd name="connsiteX29" fmla="*/ 8374483 w 8733721"/>
              <a:gd name="connsiteY29" fmla="*/ 2510933 h 6857999"/>
              <a:gd name="connsiteX30" fmla="*/ 8375191 w 8733721"/>
              <a:gd name="connsiteY30" fmla="*/ 2741866 h 6857999"/>
              <a:gd name="connsiteX31" fmla="*/ 8384389 w 8733721"/>
              <a:gd name="connsiteY31" fmla="*/ 2864935 h 6857999"/>
              <a:gd name="connsiteX32" fmla="*/ 8391822 w 8733721"/>
              <a:gd name="connsiteY32" fmla="*/ 2950807 h 6857999"/>
              <a:gd name="connsiteX33" fmla="*/ 8378111 w 8733721"/>
              <a:gd name="connsiteY33" fmla="*/ 2978246 h 6857999"/>
              <a:gd name="connsiteX34" fmla="*/ 8375025 w 8733721"/>
              <a:gd name="connsiteY34" fmla="*/ 2995916 h 6857999"/>
              <a:gd name="connsiteX35" fmla="*/ 8366764 w 8733721"/>
              <a:gd name="connsiteY35" fmla="*/ 2998648 h 6857999"/>
              <a:gd name="connsiteX36" fmla="*/ 8356827 w 8733721"/>
              <a:gd name="connsiteY36" fmla="*/ 3023630 h 6857999"/>
              <a:gd name="connsiteX37" fmla="*/ 8348883 w 8733721"/>
              <a:gd name="connsiteY37" fmla="*/ 3096975 h 6857999"/>
              <a:gd name="connsiteX38" fmla="*/ 8331320 w 8733721"/>
              <a:gd name="connsiteY38" fmla="*/ 3216657 h 6857999"/>
              <a:gd name="connsiteX39" fmla="*/ 8334250 w 8733721"/>
              <a:gd name="connsiteY39" fmla="*/ 3310980 h 6857999"/>
              <a:gd name="connsiteX40" fmla="*/ 8323018 w 8733721"/>
              <a:gd name="connsiteY40" fmla="*/ 3344725 h 6857999"/>
              <a:gd name="connsiteX41" fmla="*/ 8312317 w 8733721"/>
              <a:gd name="connsiteY41" fmla="*/ 3393250 h 6857999"/>
              <a:gd name="connsiteX42" fmla="*/ 8299110 w 8733721"/>
              <a:gd name="connsiteY42" fmla="*/ 3514536 h 6857999"/>
              <a:gd name="connsiteX43" fmla="*/ 8279421 w 8733721"/>
              <a:gd name="connsiteY43" fmla="*/ 3686149 h 6857999"/>
              <a:gd name="connsiteX44" fmla="*/ 8273021 w 8733721"/>
              <a:gd name="connsiteY44" fmla="*/ 3692208 h 6857999"/>
              <a:gd name="connsiteX45" fmla="*/ 8260968 w 8733721"/>
              <a:gd name="connsiteY45" fmla="*/ 3776022 h 6857999"/>
              <a:gd name="connsiteX46" fmla="*/ 8257071 w 8733721"/>
              <a:gd name="connsiteY46" fmla="*/ 3977138 h 6857999"/>
              <a:gd name="connsiteX47" fmla="*/ 8203359 w 8733721"/>
              <a:gd name="connsiteY47" fmla="*/ 4222149 h 6857999"/>
              <a:gd name="connsiteX48" fmla="*/ 8197502 w 8733721"/>
              <a:gd name="connsiteY48" fmla="*/ 4364683 h 6857999"/>
              <a:gd name="connsiteX49" fmla="*/ 8189960 w 8733721"/>
              <a:gd name="connsiteY49" fmla="*/ 4462471 h 6857999"/>
              <a:gd name="connsiteX50" fmla="*/ 8175156 w 8733721"/>
              <a:gd name="connsiteY50" fmla="*/ 4574052 h 6857999"/>
              <a:gd name="connsiteX51" fmla="*/ 8145454 w 8733721"/>
              <a:gd name="connsiteY51" fmla="*/ 4667756 h 6857999"/>
              <a:gd name="connsiteX52" fmla="*/ 8086875 w 8733721"/>
              <a:gd name="connsiteY52" fmla="*/ 4799019 h 6857999"/>
              <a:gd name="connsiteX53" fmla="*/ 8071779 w 8733721"/>
              <a:gd name="connsiteY53" fmla="*/ 4849614 h 6857999"/>
              <a:gd name="connsiteX54" fmla="*/ 8046521 w 8733721"/>
              <a:gd name="connsiteY54" fmla="*/ 4919971 h 6857999"/>
              <a:gd name="connsiteX55" fmla="*/ 7999171 w 8733721"/>
              <a:gd name="connsiteY55" fmla="*/ 5010766 h 6857999"/>
              <a:gd name="connsiteX56" fmla="*/ 7974494 w 8733721"/>
              <a:gd name="connsiteY56" fmla="*/ 5088190 h 6857999"/>
              <a:gd name="connsiteX57" fmla="*/ 7960017 w 8733721"/>
              <a:gd name="connsiteY57" fmla="*/ 5143922 h 6857999"/>
              <a:gd name="connsiteX58" fmla="*/ 7940570 w 8733721"/>
              <a:gd name="connsiteY58" fmla="*/ 5284346 h 6857999"/>
              <a:gd name="connsiteX59" fmla="*/ 7923844 w 8733721"/>
              <a:gd name="connsiteY59" fmla="*/ 5390948 h 6857999"/>
              <a:gd name="connsiteX60" fmla="*/ 7905061 w 8733721"/>
              <a:gd name="connsiteY60" fmla="*/ 5470854 h 6857999"/>
              <a:gd name="connsiteX61" fmla="*/ 7900574 w 8733721"/>
              <a:gd name="connsiteY61" fmla="*/ 5529643 h 6857999"/>
              <a:gd name="connsiteX62" fmla="*/ 7889879 w 8733721"/>
              <a:gd name="connsiteY62" fmla="*/ 5597292 h 6857999"/>
              <a:gd name="connsiteX63" fmla="*/ 7881533 w 8733721"/>
              <a:gd name="connsiteY63" fmla="*/ 5608899 h 6857999"/>
              <a:gd name="connsiteX64" fmla="*/ 7866845 w 8733721"/>
              <a:gd name="connsiteY64" fmla="*/ 5684911 h 6857999"/>
              <a:gd name="connsiteX65" fmla="*/ 7866707 w 8733721"/>
              <a:gd name="connsiteY65" fmla="*/ 5755776 h 6857999"/>
              <a:gd name="connsiteX66" fmla="*/ 7858630 w 8733721"/>
              <a:gd name="connsiteY66" fmla="*/ 5889599 h 6857999"/>
              <a:gd name="connsiteX67" fmla="*/ 7862852 w 8733721"/>
              <a:gd name="connsiteY67" fmla="*/ 5989744 h 6857999"/>
              <a:gd name="connsiteX68" fmla="*/ 7834617 w 8733721"/>
              <a:gd name="connsiteY68" fmla="*/ 6084926 h 6857999"/>
              <a:gd name="connsiteX69" fmla="*/ 7830440 w 8733721"/>
              <a:gd name="connsiteY69" fmla="*/ 6346549 h 6857999"/>
              <a:gd name="connsiteX70" fmla="*/ 7828988 w 8733721"/>
              <a:gd name="connsiteY70" fmla="*/ 6527527 h 6857999"/>
              <a:gd name="connsiteX71" fmla="*/ 7833220 w 8733721"/>
              <a:gd name="connsiteY71" fmla="*/ 6627129 h 6857999"/>
              <a:gd name="connsiteX72" fmla="*/ 7833451 w 8733721"/>
              <a:gd name="connsiteY72" fmla="*/ 6694819 h 6857999"/>
              <a:gd name="connsiteX73" fmla="*/ 7859394 w 8733721"/>
              <a:gd name="connsiteY73" fmla="*/ 6765445 h 6857999"/>
              <a:gd name="connsiteX74" fmla="*/ 7866873 w 8733721"/>
              <a:gd name="connsiteY74" fmla="*/ 6844697 h 6857999"/>
              <a:gd name="connsiteX75" fmla="*/ 7868076 w 8733721"/>
              <a:gd name="connsiteY75" fmla="*/ 6857999 h 6857999"/>
              <a:gd name="connsiteX76" fmla="*/ 2920621 w 8733721"/>
              <a:gd name="connsiteY76" fmla="*/ 6857999 h 6857999"/>
              <a:gd name="connsiteX77" fmla="*/ 961321 w 8733721"/>
              <a:gd name="connsiteY77" fmla="*/ 6857999 h 6857999"/>
              <a:gd name="connsiteX78" fmla="*/ 0 w 8733721"/>
              <a:gd name="connsiteY78" fmla="*/ 6857999 h 6857999"/>
              <a:gd name="connsiteX79" fmla="*/ 0 w 8733721"/>
              <a:gd name="connsiteY79" fmla="*/ 0 h 6857999"/>
              <a:gd name="connsiteX0" fmla="*/ 0 w 8733721"/>
              <a:gd name="connsiteY0" fmla="*/ 0 h 6857999"/>
              <a:gd name="connsiteX1" fmla="*/ 961321 w 8733721"/>
              <a:gd name="connsiteY1" fmla="*/ 0 h 6857999"/>
              <a:gd name="connsiteX2" fmla="*/ 2920621 w 8733721"/>
              <a:gd name="connsiteY2" fmla="*/ 0 h 6857999"/>
              <a:gd name="connsiteX3" fmla="*/ 8733721 w 8733721"/>
              <a:gd name="connsiteY3" fmla="*/ 0 h 6857999"/>
              <a:gd name="connsiteX4" fmla="*/ 8733721 w 8733721"/>
              <a:gd name="connsiteY4" fmla="*/ 2 h 6857999"/>
              <a:gd name="connsiteX5" fmla="*/ 8236175 w 8733721"/>
              <a:gd name="connsiteY5" fmla="*/ 2 h 6857999"/>
              <a:gd name="connsiteX6" fmla="*/ 8231178 w 8733721"/>
              <a:gd name="connsiteY6" fmla="*/ 14562 h 6857999"/>
              <a:gd name="connsiteX7" fmla="*/ 8234773 w 8733721"/>
              <a:gd name="connsiteY7" fmla="*/ 59077 h 6857999"/>
              <a:gd name="connsiteX8" fmla="*/ 8227623 w 8733721"/>
              <a:gd name="connsiteY8" fmla="*/ 107668 h 6857999"/>
              <a:gd name="connsiteX9" fmla="*/ 8246150 w 8733721"/>
              <a:gd name="connsiteY9" fmla="*/ 246136 h 6857999"/>
              <a:gd name="connsiteX10" fmla="*/ 8224308 w 8733721"/>
              <a:gd name="connsiteY10" fmla="*/ 372908 h 6857999"/>
              <a:gd name="connsiteX11" fmla="*/ 8221687 w 8733721"/>
              <a:gd name="connsiteY11" fmla="*/ 450607 h 6857999"/>
              <a:gd name="connsiteX12" fmla="*/ 8232987 w 8733721"/>
              <a:gd name="connsiteY12" fmla="*/ 812800 h 6857999"/>
              <a:gd name="connsiteX13" fmla="*/ 8241364 w 8733721"/>
              <a:gd name="connsiteY13" fmla="*/ 912727 h 6857999"/>
              <a:gd name="connsiteX14" fmla="*/ 8240165 w 8733721"/>
              <a:gd name="connsiteY14" fmla="*/ 989950 h 6857999"/>
              <a:gd name="connsiteX15" fmla="*/ 8243561 w 8733721"/>
              <a:gd name="connsiteY15" fmla="*/ 1141745 h 6857999"/>
              <a:gd name="connsiteX16" fmla="*/ 8256144 w 8733721"/>
              <a:gd name="connsiteY16" fmla="*/ 1265454 h 6857999"/>
              <a:gd name="connsiteX17" fmla="*/ 8281494 w 8733721"/>
              <a:gd name="connsiteY17" fmla="*/ 1385480 h 6857999"/>
              <a:gd name="connsiteX18" fmla="*/ 8297877 w 8733721"/>
              <a:gd name="connsiteY18" fmla="*/ 1458060 h 6857999"/>
              <a:gd name="connsiteX19" fmla="*/ 8315502 w 8733721"/>
              <a:gd name="connsiteY19" fmla="*/ 1513175 h 6857999"/>
              <a:gd name="connsiteX20" fmla="*/ 8342335 w 8733721"/>
              <a:gd name="connsiteY20" fmla="*/ 1570809 h 6857999"/>
              <a:gd name="connsiteX21" fmla="*/ 8372418 w 8733721"/>
              <a:gd name="connsiteY21" fmla="*/ 1638391 h 6857999"/>
              <a:gd name="connsiteX22" fmla="*/ 8360930 w 8733721"/>
              <a:gd name="connsiteY22" fmla="*/ 1742490 h 6857999"/>
              <a:gd name="connsiteX23" fmla="*/ 8385393 w 8733721"/>
              <a:gd name="connsiteY23" fmla="*/ 1812272 h 6857999"/>
              <a:gd name="connsiteX24" fmla="*/ 8409273 w 8733721"/>
              <a:gd name="connsiteY24" fmla="*/ 1862723 h 6857999"/>
              <a:gd name="connsiteX25" fmla="*/ 8414840 w 8733721"/>
              <a:gd name="connsiteY25" fmla="*/ 1917476 h 6857999"/>
              <a:gd name="connsiteX26" fmla="*/ 8410734 w 8733721"/>
              <a:gd name="connsiteY26" fmla="*/ 1972204 h 6857999"/>
              <a:gd name="connsiteX27" fmla="*/ 8386681 w 8733721"/>
              <a:gd name="connsiteY27" fmla="*/ 2066205 h 6857999"/>
              <a:gd name="connsiteX28" fmla="*/ 8409837 w 8733721"/>
              <a:gd name="connsiteY28" fmla="*/ 2227417 h 6857999"/>
              <a:gd name="connsiteX29" fmla="*/ 8374483 w 8733721"/>
              <a:gd name="connsiteY29" fmla="*/ 2510933 h 6857999"/>
              <a:gd name="connsiteX30" fmla="*/ 8375191 w 8733721"/>
              <a:gd name="connsiteY30" fmla="*/ 2741866 h 6857999"/>
              <a:gd name="connsiteX31" fmla="*/ 8384389 w 8733721"/>
              <a:gd name="connsiteY31" fmla="*/ 2864935 h 6857999"/>
              <a:gd name="connsiteX32" fmla="*/ 8391822 w 8733721"/>
              <a:gd name="connsiteY32" fmla="*/ 2950807 h 6857999"/>
              <a:gd name="connsiteX33" fmla="*/ 8378111 w 8733721"/>
              <a:gd name="connsiteY33" fmla="*/ 2978246 h 6857999"/>
              <a:gd name="connsiteX34" fmla="*/ 8375025 w 8733721"/>
              <a:gd name="connsiteY34" fmla="*/ 2995916 h 6857999"/>
              <a:gd name="connsiteX35" fmla="*/ 8366764 w 8733721"/>
              <a:gd name="connsiteY35" fmla="*/ 2998648 h 6857999"/>
              <a:gd name="connsiteX36" fmla="*/ 8356827 w 8733721"/>
              <a:gd name="connsiteY36" fmla="*/ 3023630 h 6857999"/>
              <a:gd name="connsiteX37" fmla="*/ 8348883 w 8733721"/>
              <a:gd name="connsiteY37" fmla="*/ 3096975 h 6857999"/>
              <a:gd name="connsiteX38" fmla="*/ 8331320 w 8733721"/>
              <a:gd name="connsiteY38" fmla="*/ 3216657 h 6857999"/>
              <a:gd name="connsiteX39" fmla="*/ 8334250 w 8733721"/>
              <a:gd name="connsiteY39" fmla="*/ 3310980 h 6857999"/>
              <a:gd name="connsiteX40" fmla="*/ 8323018 w 8733721"/>
              <a:gd name="connsiteY40" fmla="*/ 3344725 h 6857999"/>
              <a:gd name="connsiteX41" fmla="*/ 8312317 w 8733721"/>
              <a:gd name="connsiteY41" fmla="*/ 3393250 h 6857999"/>
              <a:gd name="connsiteX42" fmla="*/ 8299110 w 8733721"/>
              <a:gd name="connsiteY42" fmla="*/ 3514536 h 6857999"/>
              <a:gd name="connsiteX43" fmla="*/ 8279421 w 8733721"/>
              <a:gd name="connsiteY43" fmla="*/ 3686149 h 6857999"/>
              <a:gd name="connsiteX44" fmla="*/ 8273021 w 8733721"/>
              <a:gd name="connsiteY44" fmla="*/ 3692208 h 6857999"/>
              <a:gd name="connsiteX45" fmla="*/ 8260968 w 8733721"/>
              <a:gd name="connsiteY45" fmla="*/ 3776022 h 6857999"/>
              <a:gd name="connsiteX46" fmla="*/ 8257071 w 8733721"/>
              <a:gd name="connsiteY46" fmla="*/ 3977138 h 6857999"/>
              <a:gd name="connsiteX47" fmla="*/ 8203359 w 8733721"/>
              <a:gd name="connsiteY47" fmla="*/ 4222149 h 6857999"/>
              <a:gd name="connsiteX48" fmla="*/ 8197502 w 8733721"/>
              <a:gd name="connsiteY48" fmla="*/ 4364683 h 6857999"/>
              <a:gd name="connsiteX49" fmla="*/ 8189960 w 8733721"/>
              <a:gd name="connsiteY49" fmla="*/ 4462471 h 6857999"/>
              <a:gd name="connsiteX50" fmla="*/ 8175156 w 8733721"/>
              <a:gd name="connsiteY50" fmla="*/ 4574052 h 6857999"/>
              <a:gd name="connsiteX51" fmla="*/ 8145454 w 8733721"/>
              <a:gd name="connsiteY51" fmla="*/ 4667756 h 6857999"/>
              <a:gd name="connsiteX52" fmla="*/ 8086875 w 8733721"/>
              <a:gd name="connsiteY52" fmla="*/ 4799019 h 6857999"/>
              <a:gd name="connsiteX53" fmla="*/ 8071779 w 8733721"/>
              <a:gd name="connsiteY53" fmla="*/ 4849614 h 6857999"/>
              <a:gd name="connsiteX54" fmla="*/ 8046521 w 8733721"/>
              <a:gd name="connsiteY54" fmla="*/ 4919971 h 6857999"/>
              <a:gd name="connsiteX55" fmla="*/ 7999171 w 8733721"/>
              <a:gd name="connsiteY55" fmla="*/ 5010766 h 6857999"/>
              <a:gd name="connsiteX56" fmla="*/ 7974494 w 8733721"/>
              <a:gd name="connsiteY56" fmla="*/ 5088190 h 6857999"/>
              <a:gd name="connsiteX57" fmla="*/ 7960017 w 8733721"/>
              <a:gd name="connsiteY57" fmla="*/ 5143922 h 6857999"/>
              <a:gd name="connsiteX58" fmla="*/ 7940570 w 8733721"/>
              <a:gd name="connsiteY58" fmla="*/ 5284346 h 6857999"/>
              <a:gd name="connsiteX59" fmla="*/ 7923844 w 8733721"/>
              <a:gd name="connsiteY59" fmla="*/ 5390948 h 6857999"/>
              <a:gd name="connsiteX60" fmla="*/ 7905061 w 8733721"/>
              <a:gd name="connsiteY60" fmla="*/ 5470854 h 6857999"/>
              <a:gd name="connsiteX61" fmla="*/ 7900574 w 8733721"/>
              <a:gd name="connsiteY61" fmla="*/ 5529643 h 6857999"/>
              <a:gd name="connsiteX62" fmla="*/ 7889879 w 8733721"/>
              <a:gd name="connsiteY62" fmla="*/ 5597292 h 6857999"/>
              <a:gd name="connsiteX63" fmla="*/ 7881533 w 8733721"/>
              <a:gd name="connsiteY63" fmla="*/ 5608899 h 6857999"/>
              <a:gd name="connsiteX64" fmla="*/ 7866845 w 8733721"/>
              <a:gd name="connsiteY64" fmla="*/ 5684911 h 6857999"/>
              <a:gd name="connsiteX65" fmla="*/ 7866707 w 8733721"/>
              <a:gd name="connsiteY65" fmla="*/ 5755776 h 6857999"/>
              <a:gd name="connsiteX66" fmla="*/ 7858630 w 8733721"/>
              <a:gd name="connsiteY66" fmla="*/ 5889599 h 6857999"/>
              <a:gd name="connsiteX67" fmla="*/ 7862852 w 8733721"/>
              <a:gd name="connsiteY67" fmla="*/ 5989744 h 6857999"/>
              <a:gd name="connsiteX68" fmla="*/ 7834617 w 8733721"/>
              <a:gd name="connsiteY68" fmla="*/ 6084926 h 6857999"/>
              <a:gd name="connsiteX69" fmla="*/ 7830440 w 8733721"/>
              <a:gd name="connsiteY69" fmla="*/ 6346549 h 6857999"/>
              <a:gd name="connsiteX70" fmla="*/ 7828988 w 8733721"/>
              <a:gd name="connsiteY70" fmla="*/ 6527527 h 6857999"/>
              <a:gd name="connsiteX71" fmla="*/ 7833220 w 8733721"/>
              <a:gd name="connsiteY71" fmla="*/ 6627129 h 6857999"/>
              <a:gd name="connsiteX72" fmla="*/ 7833451 w 8733721"/>
              <a:gd name="connsiteY72" fmla="*/ 6694819 h 6857999"/>
              <a:gd name="connsiteX73" fmla="*/ 7859394 w 8733721"/>
              <a:gd name="connsiteY73" fmla="*/ 6765445 h 6857999"/>
              <a:gd name="connsiteX74" fmla="*/ 7866873 w 8733721"/>
              <a:gd name="connsiteY74" fmla="*/ 6844697 h 6857999"/>
              <a:gd name="connsiteX75" fmla="*/ 7868076 w 8733721"/>
              <a:gd name="connsiteY75" fmla="*/ 6857999 h 6857999"/>
              <a:gd name="connsiteX76" fmla="*/ 2920621 w 8733721"/>
              <a:gd name="connsiteY76" fmla="*/ 6857999 h 6857999"/>
              <a:gd name="connsiteX77" fmla="*/ 961321 w 8733721"/>
              <a:gd name="connsiteY77" fmla="*/ 6857999 h 6857999"/>
              <a:gd name="connsiteX78" fmla="*/ 0 w 8733721"/>
              <a:gd name="connsiteY78" fmla="*/ 6857999 h 6857999"/>
              <a:gd name="connsiteX79" fmla="*/ 0 w 8733721"/>
              <a:gd name="connsiteY79" fmla="*/ 0 h 6857999"/>
              <a:gd name="connsiteX0" fmla="*/ 0 w 8733721"/>
              <a:gd name="connsiteY0" fmla="*/ 0 h 6857999"/>
              <a:gd name="connsiteX1" fmla="*/ 961321 w 8733721"/>
              <a:gd name="connsiteY1" fmla="*/ 0 h 6857999"/>
              <a:gd name="connsiteX2" fmla="*/ 2920621 w 8733721"/>
              <a:gd name="connsiteY2" fmla="*/ 0 h 6857999"/>
              <a:gd name="connsiteX3" fmla="*/ 8733721 w 8733721"/>
              <a:gd name="connsiteY3" fmla="*/ 0 h 6857999"/>
              <a:gd name="connsiteX4" fmla="*/ 8733721 w 8733721"/>
              <a:gd name="connsiteY4" fmla="*/ 2 h 6857999"/>
              <a:gd name="connsiteX5" fmla="*/ 8236175 w 8733721"/>
              <a:gd name="connsiteY5" fmla="*/ 2 h 6857999"/>
              <a:gd name="connsiteX6" fmla="*/ 8231178 w 8733721"/>
              <a:gd name="connsiteY6" fmla="*/ 14562 h 6857999"/>
              <a:gd name="connsiteX7" fmla="*/ 8234773 w 8733721"/>
              <a:gd name="connsiteY7" fmla="*/ 59077 h 6857999"/>
              <a:gd name="connsiteX8" fmla="*/ 8227623 w 8733721"/>
              <a:gd name="connsiteY8" fmla="*/ 107668 h 6857999"/>
              <a:gd name="connsiteX9" fmla="*/ 8246150 w 8733721"/>
              <a:gd name="connsiteY9" fmla="*/ 246136 h 6857999"/>
              <a:gd name="connsiteX10" fmla="*/ 8224308 w 8733721"/>
              <a:gd name="connsiteY10" fmla="*/ 372908 h 6857999"/>
              <a:gd name="connsiteX11" fmla="*/ 8221687 w 8733721"/>
              <a:gd name="connsiteY11" fmla="*/ 450607 h 6857999"/>
              <a:gd name="connsiteX12" fmla="*/ 8232987 w 8733721"/>
              <a:gd name="connsiteY12" fmla="*/ 812800 h 6857999"/>
              <a:gd name="connsiteX13" fmla="*/ 8241364 w 8733721"/>
              <a:gd name="connsiteY13" fmla="*/ 912727 h 6857999"/>
              <a:gd name="connsiteX14" fmla="*/ 8240165 w 8733721"/>
              <a:gd name="connsiteY14" fmla="*/ 989950 h 6857999"/>
              <a:gd name="connsiteX15" fmla="*/ 8243561 w 8733721"/>
              <a:gd name="connsiteY15" fmla="*/ 1141745 h 6857999"/>
              <a:gd name="connsiteX16" fmla="*/ 8256144 w 8733721"/>
              <a:gd name="connsiteY16" fmla="*/ 1265454 h 6857999"/>
              <a:gd name="connsiteX17" fmla="*/ 8281494 w 8733721"/>
              <a:gd name="connsiteY17" fmla="*/ 1385480 h 6857999"/>
              <a:gd name="connsiteX18" fmla="*/ 8297877 w 8733721"/>
              <a:gd name="connsiteY18" fmla="*/ 1458060 h 6857999"/>
              <a:gd name="connsiteX19" fmla="*/ 8315502 w 8733721"/>
              <a:gd name="connsiteY19" fmla="*/ 1513175 h 6857999"/>
              <a:gd name="connsiteX20" fmla="*/ 8342335 w 8733721"/>
              <a:gd name="connsiteY20" fmla="*/ 1570809 h 6857999"/>
              <a:gd name="connsiteX21" fmla="*/ 8372418 w 8733721"/>
              <a:gd name="connsiteY21" fmla="*/ 1638391 h 6857999"/>
              <a:gd name="connsiteX22" fmla="*/ 8360930 w 8733721"/>
              <a:gd name="connsiteY22" fmla="*/ 1742490 h 6857999"/>
              <a:gd name="connsiteX23" fmla="*/ 8385393 w 8733721"/>
              <a:gd name="connsiteY23" fmla="*/ 1812272 h 6857999"/>
              <a:gd name="connsiteX24" fmla="*/ 8409273 w 8733721"/>
              <a:gd name="connsiteY24" fmla="*/ 1862723 h 6857999"/>
              <a:gd name="connsiteX25" fmla="*/ 8414840 w 8733721"/>
              <a:gd name="connsiteY25" fmla="*/ 1917476 h 6857999"/>
              <a:gd name="connsiteX26" fmla="*/ 8410734 w 8733721"/>
              <a:gd name="connsiteY26" fmla="*/ 1972204 h 6857999"/>
              <a:gd name="connsiteX27" fmla="*/ 8386681 w 8733721"/>
              <a:gd name="connsiteY27" fmla="*/ 2066205 h 6857999"/>
              <a:gd name="connsiteX28" fmla="*/ 8380052 w 8733721"/>
              <a:gd name="connsiteY28" fmla="*/ 2227417 h 6857999"/>
              <a:gd name="connsiteX29" fmla="*/ 8374483 w 8733721"/>
              <a:gd name="connsiteY29" fmla="*/ 2510933 h 6857999"/>
              <a:gd name="connsiteX30" fmla="*/ 8375191 w 8733721"/>
              <a:gd name="connsiteY30" fmla="*/ 2741866 h 6857999"/>
              <a:gd name="connsiteX31" fmla="*/ 8384389 w 8733721"/>
              <a:gd name="connsiteY31" fmla="*/ 2864935 h 6857999"/>
              <a:gd name="connsiteX32" fmla="*/ 8391822 w 8733721"/>
              <a:gd name="connsiteY32" fmla="*/ 2950807 h 6857999"/>
              <a:gd name="connsiteX33" fmla="*/ 8378111 w 8733721"/>
              <a:gd name="connsiteY33" fmla="*/ 2978246 h 6857999"/>
              <a:gd name="connsiteX34" fmla="*/ 8375025 w 8733721"/>
              <a:gd name="connsiteY34" fmla="*/ 2995916 h 6857999"/>
              <a:gd name="connsiteX35" fmla="*/ 8366764 w 8733721"/>
              <a:gd name="connsiteY35" fmla="*/ 2998648 h 6857999"/>
              <a:gd name="connsiteX36" fmla="*/ 8356827 w 8733721"/>
              <a:gd name="connsiteY36" fmla="*/ 3023630 h 6857999"/>
              <a:gd name="connsiteX37" fmla="*/ 8348883 w 8733721"/>
              <a:gd name="connsiteY37" fmla="*/ 3096975 h 6857999"/>
              <a:gd name="connsiteX38" fmla="*/ 8331320 w 8733721"/>
              <a:gd name="connsiteY38" fmla="*/ 3216657 h 6857999"/>
              <a:gd name="connsiteX39" fmla="*/ 8334250 w 8733721"/>
              <a:gd name="connsiteY39" fmla="*/ 3310980 h 6857999"/>
              <a:gd name="connsiteX40" fmla="*/ 8323018 w 8733721"/>
              <a:gd name="connsiteY40" fmla="*/ 3344725 h 6857999"/>
              <a:gd name="connsiteX41" fmla="*/ 8312317 w 8733721"/>
              <a:gd name="connsiteY41" fmla="*/ 3393250 h 6857999"/>
              <a:gd name="connsiteX42" fmla="*/ 8299110 w 8733721"/>
              <a:gd name="connsiteY42" fmla="*/ 3514536 h 6857999"/>
              <a:gd name="connsiteX43" fmla="*/ 8279421 w 8733721"/>
              <a:gd name="connsiteY43" fmla="*/ 3686149 h 6857999"/>
              <a:gd name="connsiteX44" fmla="*/ 8273021 w 8733721"/>
              <a:gd name="connsiteY44" fmla="*/ 3692208 h 6857999"/>
              <a:gd name="connsiteX45" fmla="*/ 8260968 w 8733721"/>
              <a:gd name="connsiteY45" fmla="*/ 3776022 h 6857999"/>
              <a:gd name="connsiteX46" fmla="*/ 8257071 w 8733721"/>
              <a:gd name="connsiteY46" fmla="*/ 3977138 h 6857999"/>
              <a:gd name="connsiteX47" fmla="*/ 8203359 w 8733721"/>
              <a:gd name="connsiteY47" fmla="*/ 4222149 h 6857999"/>
              <a:gd name="connsiteX48" fmla="*/ 8197502 w 8733721"/>
              <a:gd name="connsiteY48" fmla="*/ 4364683 h 6857999"/>
              <a:gd name="connsiteX49" fmla="*/ 8189960 w 8733721"/>
              <a:gd name="connsiteY49" fmla="*/ 4462471 h 6857999"/>
              <a:gd name="connsiteX50" fmla="*/ 8175156 w 8733721"/>
              <a:gd name="connsiteY50" fmla="*/ 4574052 h 6857999"/>
              <a:gd name="connsiteX51" fmla="*/ 8145454 w 8733721"/>
              <a:gd name="connsiteY51" fmla="*/ 4667756 h 6857999"/>
              <a:gd name="connsiteX52" fmla="*/ 8086875 w 8733721"/>
              <a:gd name="connsiteY52" fmla="*/ 4799019 h 6857999"/>
              <a:gd name="connsiteX53" fmla="*/ 8071779 w 8733721"/>
              <a:gd name="connsiteY53" fmla="*/ 4849614 h 6857999"/>
              <a:gd name="connsiteX54" fmla="*/ 8046521 w 8733721"/>
              <a:gd name="connsiteY54" fmla="*/ 4919971 h 6857999"/>
              <a:gd name="connsiteX55" fmla="*/ 7999171 w 8733721"/>
              <a:gd name="connsiteY55" fmla="*/ 5010766 h 6857999"/>
              <a:gd name="connsiteX56" fmla="*/ 7974494 w 8733721"/>
              <a:gd name="connsiteY56" fmla="*/ 5088190 h 6857999"/>
              <a:gd name="connsiteX57" fmla="*/ 7960017 w 8733721"/>
              <a:gd name="connsiteY57" fmla="*/ 5143922 h 6857999"/>
              <a:gd name="connsiteX58" fmla="*/ 7940570 w 8733721"/>
              <a:gd name="connsiteY58" fmla="*/ 5284346 h 6857999"/>
              <a:gd name="connsiteX59" fmla="*/ 7923844 w 8733721"/>
              <a:gd name="connsiteY59" fmla="*/ 5390948 h 6857999"/>
              <a:gd name="connsiteX60" fmla="*/ 7905061 w 8733721"/>
              <a:gd name="connsiteY60" fmla="*/ 5470854 h 6857999"/>
              <a:gd name="connsiteX61" fmla="*/ 7900574 w 8733721"/>
              <a:gd name="connsiteY61" fmla="*/ 5529643 h 6857999"/>
              <a:gd name="connsiteX62" fmla="*/ 7889879 w 8733721"/>
              <a:gd name="connsiteY62" fmla="*/ 5597292 h 6857999"/>
              <a:gd name="connsiteX63" fmla="*/ 7881533 w 8733721"/>
              <a:gd name="connsiteY63" fmla="*/ 5608899 h 6857999"/>
              <a:gd name="connsiteX64" fmla="*/ 7866845 w 8733721"/>
              <a:gd name="connsiteY64" fmla="*/ 5684911 h 6857999"/>
              <a:gd name="connsiteX65" fmla="*/ 7866707 w 8733721"/>
              <a:gd name="connsiteY65" fmla="*/ 5755776 h 6857999"/>
              <a:gd name="connsiteX66" fmla="*/ 7858630 w 8733721"/>
              <a:gd name="connsiteY66" fmla="*/ 5889599 h 6857999"/>
              <a:gd name="connsiteX67" fmla="*/ 7862852 w 8733721"/>
              <a:gd name="connsiteY67" fmla="*/ 5989744 h 6857999"/>
              <a:gd name="connsiteX68" fmla="*/ 7834617 w 8733721"/>
              <a:gd name="connsiteY68" fmla="*/ 6084926 h 6857999"/>
              <a:gd name="connsiteX69" fmla="*/ 7830440 w 8733721"/>
              <a:gd name="connsiteY69" fmla="*/ 6346549 h 6857999"/>
              <a:gd name="connsiteX70" fmla="*/ 7828988 w 8733721"/>
              <a:gd name="connsiteY70" fmla="*/ 6527527 h 6857999"/>
              <a:gd name="connsiteX71" fmla="*/ 7833220 w 8733721"/>
              <a:gd name="connsiteY71" fmla="*/ 6627129 h 6857999"/>
              <a:gd name="connsiteX72" fmla="*/ 7833451 w 8733721"/>
              <a:gd name="connsiteY72" fmla="*/ 6694819 h 6857999"/>
              <a:gd name="connsiteX73" fmla="*/ 7859394 w 8733721"/>
              <a:gd name="connsiteY73" fmla="*/ 6765445 h 6857999"/>
              <a:gd name="connsiteX74" fmla="*/ 7866873 w 8733721"/>
              <a:gd name="connsiteY74" fmla="*/ 6844697 h 6857999"/>
              <a:gd name="connsiteX75" fmla="*/ 7868076 w 8733721"/>
              <a:gd name="connsiteY75" fmla="*/ 6857999 h 6857999"/>
              <a:gd name="connsiteX76" fmla="*/ 2920621 w 8733721"/>
              <a:gd name="connsiteY76" fmla="*/ 6857999 h 6857999"/>
              <a:gd name="connsiteX77" fmla="*/ 961321 w 8733721"/>
              <a:gd name="connsiteY77" fmla="*/ 6857999 h 6857999"/>
              <a:gd name="connsiteX78" fmla="*/ 0 w 8733721"/>
              <a:gd name="connsiteY78" fmla="*/ 6857999 h 6857999"/>
              <a:gd name="connsiteX79" fmla="*/ 0 w 8733721"/>
              <a:gd name="connsiteY79" fmla="*/ 0 h 6857999"/>
              <a:gd name="connsiteX0" fmla="*/ 0 w 8733721"/>
              <a:gd name="connsiteY0" fmla="*/ 0 h 6857999"/>
              <a:gd name="connsiteX1" fmla="*/ 961321 w 8733721"/>
              <a:gd name="connsiteY1" fmla="*/ 0 h 6857999"/>
              <a:gd name="connsiteX2" fmla="*/ 2920621 w 8733721"/>
              <a:gd name="connsiteY2" fmla="*/ 0 h 6857999"/>
              <a:gd name="connsiteX3" fmla="*/ 8733721 w 8733721"/>
              <a:gd name="connsiteY3" fmla="*/ 0 h 6857999"/>
              <a:gd name="connsiteX4" fmla="*/ 8733721 w 8733721"/>
              <a:gd name="connsiteY4" fmla="*/ 2 h 6857999"/>
              <a:gd name="connsiteX5" fmla="*/ 8236175 w 8733721"/>
              <a:gd name="connsiteY5" fmla="*/ 2 h 6857999"/>
              <a:gd name="connsiteX6" fmla="*/ 8231178 w 8733721"/>
              <a:gd name="connsiteY6" fmla="*/ 14562 h 6857999"/>
              <a:gd name="connsiteX7" fmla="*/ 8234773 w 8733721"/>
              <a:gd name="connsiteY7" fmla="*/ 59077 h 6857999"/>
              <a:gd name="connsiteX8" fmla="*/ 8227623 w 8733721"/>
              <a:gd name="connsiteY8" fmla="*/ 107668 h 6857999"/>
              <a:gd name="connsiteX9" fmla="*/ 8246150 w 8733721"/>
              <a:gd name="connsiteY9" fmla="*/ 246136 h 6857999"/>
              <a:gd name="connsiteX10" fmla="*/ 8224308 w 8733721"/>
              <a:gd name="connsiteY10" fmla="*/ 372908 h 6857999"/>
              <a:gd name="connsiteX11" fmla="*/ 8221687 w 8733721"/>
              <a:gd name="connsiteY11" fmla="*/ 450607 h 6857999"/>
              <a:gd name="connsiteX12" fmla="*/ 8232987 w 8733721"/>
              <a:gd name="connsiteY12" fmla="*/ 812800 h 6857999"/>
              <a:gd name="connsiteX13" fmla="*/ 8241364 w 8733721"/>
              <a:gd name="connsiteY13" fmla="*/ 912727 h 6857999"/>
              <a:gd name="connsiteX14" fmla="*/ 8240165 w 8733721"/>
              <a:gd name="connsiteY14" fmla="*/ 989950 h 6857999"/>
              <a:gd name="connsiteX15" fmla="*/ 8243561 w 8733721"/>
              <a:gd name="connsiteY15" fmla="*/ 1141745 h 6857999"/>
              <a:gd name="connsiteX16" fmla="*/ 8256144 w 8733721"/>
              <a:gd name="connsiteY16" fmla="*/ 1265454 h 6857999"/>
              <a:gd name="connsiteX17" fmla="*/ 8281494 w 8733721"/>
              <a:gd name="connsiteY17" fmla="*/ 1385480 h 6857999"/>
              <a:gd name="connsiteX18" fmla="*/ 8297877 w 8733721"/>
              <a:gd name="connsiteY18" fmla="*/ 1458060 h 6857999"/>
              <a:gd name="connsiteX19" fmla="*/ 8315502 w 8733721"/>
              <a:gd name="connsiteY19" fmla="*/ 1513175 h 6857999"/>
              <a:gd name="connsiteX20" fmla="*/ 8342335 w 8733721"/>
              <a:gd name="connsiteY20" fmla="*/ 1570809 h 6857999"/>
              <a:gd name="connsiteX21" fmla="*/ 8372418 w 8733721"/>
              <a:gd name="connsiteY21" fmla="*/ 1638391 h 6857999"/>
              <a:gd name="connsiteX22" fmla="*/ 8360930 w 8733721"/>
              <a:gd name="connsiteY22" fmla="*/ 1742490 h 6857999"/>
              <a:gd name="connsiteX23" fmla="*/ 8385393 w 8733721"/>
              <a:gd name="connsiteY23" fmla="*/ 1812272 h 6857999"/>
              <a:gd name="connsiteX24" fmla="*/ 8409273 w 8733721"/>
              <a:gd name="connsiteY24" fmla="*/ 1862723 h 6857999"/>
              <a:gd name="connsiteX25" fmla="*/ 8414840 w 8733721"/>
              <a:gd name="connsiteY25" fmla="*/ 1917476 h 6857999"/>
              <a:gd name="connsiteX26" fmla="*/ 8386906 w 8733721"/>
              <a:gd name="connsiteY26" fmla="*/ 1972204 h 6857999"/>
              <a:gd name="connsiteX27" fmla="*/ 8386681 w 8733721"/>
              <a:gd name="connsiteY27" fmla="*/ 2066205 h 6857999"/>
              <a:gd name="connsiteX28" fmla="*/ 8380052 w 8733721"/>
              <a:gd name="connsiteY28" fmla="*/ 2227417 h 6857999"/>
              <a:gd name="connsiteX29" fmla="*/ 8374483 w 8733721"/>
              <a:gd name="connsiteY29" fmla="*/ 2510933 h 6857999"/>
              <a:gd name="connsiteX30" fmla="*/ 8375191 w 8733721"/>
              <a:gd name="connsiteY30" fmla="*/ 2741866 h 6857999"/>
              <a:gd name="connsiteX31" fmla="*/ 8384389 w 8733721"/>
              <a:gd name="connsiteY31" fmla="*/ 2864935 h 6857999"/>
              <a:gd name="connsiteX32" fmla="*/ 8391822 w 8733721"/>
              <a:gd name="connsiteY32" fmla="*/ 2950807 h 6857999"/>
              <a:gd name="connsiteX33" fmla="*/ 8378111 w 8733721"/>
              <a:gd name="connsiteY33" fmla="*/ 2978246 h 6857999"/>
              <a:gd name="connsiteX34" fmla="*/ 8375025 w 8733721"/>
              <a:gd name="connsiteY34" fmla="*/ 2995916 h 6857999"/>
              <a:gd name="connsiteX35" fmla="*/ 8366764 w 8733721"/>
              <a:gd name="connsiteY35" fmla="*/ 2998648 h 6857999"/>
              <a:gd name="connsiteX36" fmla="*/ 8356827 w 8733721"/>
              <a:gd name="connsiteY36" fmla="*/ 3023630 h 6857999"/>
              <a:gd name="connsiteX37" fmla="*/ 8348883 w 8733721"/>
              <a:gd name="connsiteY37" fmla="*/ 3096975 h 6857999"/>
              <a:gd name="connsiteX38" fmla="*/ 8331320 w 8733721"/>
              <a:gd name="connsiteY38" fmla="*/ 3216657 h 6857999"/>
              <a:gd name="connsiteX39" fmla="*/ 8334250 w 8733721"/>
              <a:gd name="connsiteY39" fmla="*/ 3310980 h 6857999"/>
              <a:gd name="connsiteX40" fmla="*/ 8323018 w 8733721"/>
              <a:gd name="connsiteY40" fmla="*/ 3344725 h 6857999"/>
              <a:gd name="connsiteX41" fmla="*/ 8312317 w 8733721"/>
              <a:gd name="connsiteY41" fmla="*/ 3393250 h 6857999"/>
              <a:gd name="connsiteX42" fmla="*/ 8299110 w 8733721"/>
              <a:gd name="connsiteY42" fmla="*/ 3514536 h 6857999"/>
              <a:gd name="connsiteX43" fmla="*/ 8279421 w 8733721"/>
              <a:gd name="connsiteY43" fmla="*/ 3686149 h 6857999"/>
              <a:gd name="connsiteX44" fmla="*/ 8273021 w 8733721"/>
              <a:gd name="connsiteY44" fmla="*/ 3692208 h 6857999"/>
              <a:gd name="connsiteX45" fmla="*/ 8260968 w 8733721"/>
              <a:gd name="connsiteY45" fmla="*/ 3776022 h 6857999"/>
              <a:gd name="connsiteX46" fmla="*/ 8257071 w 8733721"/>
              <a:gd name="connsiteY46" fmla="*/ 3977138 h 6857999"/>
              <a:gd name="connsiteX47" fmla="*/ 8203359 w 8733721"/>
              <a:gd name="connsiteY47" fmla="*/ 4222149 h 6857999"/>
              <a:gd name="connsiteX48" fmla="*/ 8197502 w 8733721"/>
              <a:gd name="connsiteY48" fmla="*/ 4364683 h 6857999"/>
              <a:gd name="connsiteX49" fmla="*/ 8189960 w 8733721"/>
              <a:gd name="connsiteY49" fmla="*/ 4462471 h 6857999"/>
              <a:gd name="connsiteX50" fmla="*/ 8175156 w 8733721"/>
              <a:gd name="connsiteY50" fmla="*/ 4574052 h 6857999"/>
              <a:gd name="connsiteX51" fmla="*/ 8145454 w 8733721"/>
              <a:gd name="connsiteY51" fmla="*/ 4667756 h 6857999"/>
              <a:gd name="connsiteX52" fmla="*/ 8086875 w 8733721"/>
              <a:gd name="connsiteY52" fmla="*/ 4799019 h 6857999"/>
              <a:gd name="connsiteX53" fmla="*/ 8071779 w 8733721"/>
              <a:gd name="connsiteY53" fmla="*/ 4849614 h 6857999"/>
              <a:gd name="connsiteX54" fmla="*/ 8046521 w 8733721"/>
              <a:gd name="connsiteY54" fmla="*/ 4919971 h 6857999"/>
              <a:gd name="connsiteX55" fmla="*/ 7999171 w 8733721"/>
              <a:gd name="connsiteY55" fmla="*/ 5010766 h 6857999"/>
              <a:gd name="connsiteX56" fmla="*/ 7974494 w 8733721"/>
              <a:gd name="connsiteY56" fmla="*/ 5088190 h 6857999"/>
              <a:gd name="connsiteX57" fmla="*/ 7960017 w 8733721"/>
              <a:gd name="connsiteY57" fmla="*/ 5143922 h 6857999"/>
              <a:gd name="connsiteX58" fmla="*/ 7940570 w 8733721"/>
              <a:gd name="connsiteY58" fmla="*/ 5284346 h 6857999"/>
              <a:gd name="connsiteX59" fmla="*/ 7923844 w 8733721"/>
              <a:gd name="connsiteY59" fmla="*/ 5390948 h 6857999"/>
              <a:gd name="connsiteX60" fmla="*/ 7905061 w 8733721"/>
              <a:gd name="connsiteY60" fmla="*/ 5470854 h 6857999"/>
              <a:gd name="connsiteX61" fmla="*/ 7900574 w 8733721"/>
              <a:gd name="connsiteY61" fmla="*/ 5529643 h 6857999"/>
              <a:gd name="connsiteX62" fmla="*/ 7889879 w 8733721"/>
              <a:gd name="connsiteY62" fmla="*/ 5597292 h 6857999"/>
              <a:gd name="connsiteX63" fmla="*/ 7881533 w 8733721"/>
              <a:gd name="connsiteY63" fmla="*/ 5608899 h 6857999"/>
              <a:gd name="connsiteX64" fmla="*/ 7866845 w 8733721"/>
              <a:gd name="connsiteY64" fmla="*/ 5684911 h 6857999"/>
              <a:gd name="connsiteX65" fmla="*/ 7866707 w 8733721"/>
              <a:gd name="connsiteY65" fmla="*/ 5755776 h 6857999"/>
              <a:gd name="connsiteX66" fmla="*/ 7858630 w 8733721"/>
              <a:gd name="connsiteY66" fmla="*/ 5889599 h 6857999"/>
              <a:gd name="connsiteX67" fmla="*/ 7862852 w 8733721"/>
              <a:gd name="connsiteY67" fmla="*/ 5989744 h 6857999"/>
              <a:gd name="connsiteX68" fmla="*/ 7834617 w 8733721"/>
              <a:gd name="connsiteY68" fmla="*/ 6084926 h 6857999"/>
              <a:gd name="connsiteX69" fmla="*/ 7830440 w 8733721"/>
              <a:gd name="connsiteY69" fmla="*/ 6346549 h 6857999"/>
              <a:gd name="connsiteX70" fmla="*/ 7828988 w 8733721"/>
              <a:gd name="connsiteY70" fmla="*/ 6527527 h 6857999"/>
              <a:gd name="connsiteX71" fmla="*/ 7833220 w 8733721"/>
              <a:gd name="connsiteY71" fmla="*/ 6627129 h 6857999"/>
              <a:gd name="connsiteX72" fmla="*/ 7833451 w 8733721"/>
              <a:gd name="connsiteY72" fmla="*/ 6694819 h 6857999"/>
              <a:gd name="connsiteX73" fmla="*/ 7859394 w 8733721"/>
              <a:gd name="connsiteY73" fmla="*/ 6765445 h 6857999"/>
              <a:gd name="connsiteX74" fmla="*/ 7866873 w 8733721"/>
              <a:gd name="connsiteY74" fmla="*/ 6844697 h 6857999"/>
              <a:gd name="connsiteX75" fmla="*/ 7868076 w 8733721"/>
              <a:gd name="connsiteY75" fmla="*/ 6857999 h 6857999"/>
              <a:gd name="connsiteX76" fmla="*/ 2920621 w 8733721"/>
              <a:gd name="connsiteY76" fmla="*/ 6857999 h 6857999"/>
              <a:gd name="connsiteX77" fmla="*/ 961321 w 8733721"/>
              <a:gd name="connsiteY77" fmla="*/ 6857999 h 6857999"/>
              <a:gd name="connsiteX78" fmla="*/ 0 w 8733721"/>
              <a:gd name="connsiteY78" fmla="*/ 6857999 h 6857999"/>
              <a:gd name="connsiteX79" fmla="*/ 0 w 8733721"/>
              <a:gd name="connsiteY79" fmla="*/ 0 h 6857999"/>
              <a:gd name="connsiteX0" fmla="*/ 0 w 8733721"/>
              <a:gd name="connsiteY0" fmla="*/ 0 h 6857999"/>
              <a:gd name="connsiteX1" fmla="*/ 961321 w 8733721"/>
              <a:gd name="connsiteY1" fmla="*/ 0 h 6857999"/>
              <a:gd name="connsiteX2" fmla="*/ 2920621 w 8733721"/>
              <a:gd name="connsiteY2" fmla="*/ 0 h 6857999"/>
              <a:gd name="connsiteX3" fmla="*/ 8733721 w 8733721"/>
              <a:gd name="connsiteY3" fmla="*/ 0 h 6857999"/>
              <a:gd name="connsiteX4" fmla="*/ 8733721 w 8733721"/>
              <a:gd name="connsiteY4" fmla="*/ 2 h 6857999"/>
              <a:gd name="connsiteX5" fmla="*/ 8236175 w 8733721"/>
              <a:gd name="connsiteY5" fmla="*/ 2 h 6857999"/>
              <a:gd name="connsiteX6" fmla="*/ 8231178 w 8733721"/>
              <a:gd name="connsiteY6" fmla="*/ 14562 h 6857999"/>
              <a:gd name="connsiteX7" fmla="*/ 8234773 w 8733721"/>
              <a:gd name="connsiteY7" fmla="*/ 59077 h 6857999"/>
              <a:gd name="connsiteX8" fmla="*/ 8227623 w 8733721"/>
              <a:gd name="connsiteY8" fmla="*/ 107668 h 6857999"/>
              <a:gd name="connsiteX9" fmla="*/ 8246150 w 8733721"/>
              <a:gd name="connsiteY9" fmla="*/ 246136 h 6857999"/>
              <a:gd name="connsiteX10" fmla="*/ 8224308 w 8733721"/>
              <a:gd name="connsiteY10" fmla="*/ 372908 h 6857999"/>
              <a:gd name="connsiteX11" fmla="*/ 8221687 w 8733721"/>
              <a:gd name="connsiteY11" fmla="*/ 450607 h 6857999"/>
              <a:gd name="connsiteX12" fmla="*/ 8232987 w 8733721"/>
              <a:gd name="connsiteY12" fmla="*/ 812800 h 6857999"/>
              <a:gd name="connsiteX13" fmla="*/ 8241364 w 8733721"/>
              <a:gd name="connsiteY13" fmla="*/ 912727 h 6857999"/>
              <a:gd name="connsiteX14" fmla="*/ 8240165 w 8733721"/>
              <a:gd name="connsiteY14" fmla="*/ 989950 h 6857999"/>
              <a:gd name="connsiteX15" fmla="*/ 8243561 w 8733721"/>
              <a:gd name="connsiteY15" fmla="*/ 1141745 h 6857999"/>
              <a:gd name="connsiteX16" fmla="*/ 8256144 w 8733721"/>
              <a:gd name="connsiteY16" fmla="*/ 1265454 h 6857999"/>
              <a:gd name="connsiteX17" fmla="*/ 8281494 w 8733721"/>
              <a:gd name="connsiteY17" fmla="*/ 1385480 h 6857999"/>
              <a:gd name="connsiteX18" fmla="*/ 8297877 w 8733721"/>
              <a:gd name="connsiteY18" fmla="*/ 1458060 h 6857999"/>
              <a:gd name="connsiteX19" fmla="*/ 8315502 w 8733721"/>
              <a:gd name="connsiteY19" fmla="*/ 1513175 h 6857999"/>
              <a:gd name="connsiteX20" fmla="*/ 8342335 w 8733721"/>
              <a:gd name="connsiteY20" fmla="*/ 1570809 h 6857999"/>
              <a:gd name="connsiteX21" fmla="*/ 8372418 w 8733721"/>
              <a:gd name="connsiteY21" fmla="*/ 1638391 h 6857999"/>
              <a:gd name="connsiteX22" fmla="*/ 8360930 w 8733721"/>
              <a:gd name="connsiteY22" fmla="*/ 1742490 h 6857999"/>
              <a:gd name="connsiteX23" fmla="*/ 8385393 w 8733721"/>
              <a:gd name="connsiteY23" fmla="*/ 1812272 h 6857999"/>
              <a:gd name="connsiteX24" fmla="*/ 8409273 w 8733721"/>
              <a:gd name="connsiteY24" fmla="*/ 1862723 h 6857999"/>
              <a:gd name="connsiteX25" fmla="*/ 8385055 w 8733721"/>
              <a:gd name="connsiteY25" fmla="*/ 1923433 h 6857999"/>
              <a:gd name="connsiteX26" fmla="*/ 8386906 w 8733721"/>
              <a:gd name="connsiteY26" fmla="*/ 1972204 h 6857999"/>
              <a:gd name="connsiteX27" fmla="*/ 8386681 w 8733721"/>
              <a:gd name="connsiteY27" fmla="*/ 2066205 h 6857999"/>
              <a:gd name="connsiteX28" fmla="*/ 8380052 w 8733721"/>
              <a:gd name="connsiteY28" fmla="*/ 2227417 h 6857999"/>
              <a:gd name="connsiteX29" fmla="*/ 8374483 w 8733721"/>
              <a:gd name="connsiteY29" fmla="*/ 2510933 h 6857999"/>
              <a:gd name="connsiteX30" fmla="*/ 8375191 w 8733721"/>
              <a:gd name="connsiteY30" fmla="*/ 2741866 h 6857999"/>
              <a:gd name="connsiteX31" fmla="*/ 8384389 w 8733721"/>
              <a:gd name="connsiteY31" fmla="*/ 2864935 h 6857999"/>
              <a:gd name="connsiteX32" fmla="*/ 8391822 w 8733721"/>
              <a:gd name="connsiteY32" fmla="*/ 2950807 h 6857999"/>
              <a:gd name="connsiteX33" fmla="*/ 8378111 w 8733721"/>
              <a:gd name="connsiteY33" fmla="*/ 2978246 h 6857999"/>
              <a:gd name="connsiteX34" fmla="*/ 8375025 w 8733721"/>
              <a:gd name="connsiteY34" fmla="*/ 2995916 h 6857999"/>
              <a:gd name="connsiteX35" fmla="*/ 8366764 w 8733721"/>
              <a:gd name="connsiteY35" fmla="*/ 2998648 h 6857999"/>
              <a:gd name="connsiteX36" fmla="*/ 8356827 w 8733721"/>
              <a:gd name="connsiteY36" fmla="*/ 3023630 h 6857999"/>
              <a:gd name="connsiteX37" fmla="*/ 8348883 w 8733721"/>
              <a:gd name="connsiteY37" fmla="*/ 3096975 h 6857999"/>
              <a:gd name="connsiteX38" fmla="*/ 8331320 w 8733721"/>
              <a:gd name="connsiteY38" fmla="*/ 3216657 h 6857999"/>
              <a:gd name="connsiteX39" fmla="*/ 8334250 w 8733721"/>
              <a:gd name="connsiteY39" fmla="*/ 3310980 h 6857999"/>
              <a:gd name="connsiteX40" fmla="*/ 8323018 w 8733721"/>
              <a:gd name="connsiteY40" fmla="*/ 3344725 h 6857999"/>
              <a:gd name="connsiteX41" fmla="*/ 8312317 w 8733721"/>
              <a:gd name="connsiteY41" fmla="*/ 3393250 h 6857999"/>
              <a:gd name="connsiteX42" fmla="*/ 8299110 w 8733721"/>
              <a:gd name="connsiteY42" fmla="*/ 3514536 h 6857999"/>
              <a:gd name="connsiteX43" fmla="*/ 8279421 w 8733721"/>
              <a:gd name="connsiteY43" fmla="*/ 3686149 h 6857999"/>
              <a:gd name="connsiteX44" fmla="*/ 8273021 w 8733721"/>
              <a:gd name="connsiteY44" fmla="*/ 3692208 h 6857999"/>
              <a:gd name="connsiteX45" fmla="*/ 8260968 w 8733721"/>
              <a:gd name="connsiteY45" fmla="*/ 3776022 h 6857999"/>
              <a:gd name="connsiteX46" fmla="*/ 8257071 w 8733721"/>
              <a:gd name="connsiteY46" fmla="*/ 3977138 h 6857999"/>
              <a:gd name="connsiteX47" fmla="*/ 8203359 w 8733721"/>
              <a:gd name="connsiteY47" fmla="*/ 4222149 h 6857999"/>
              <a:gd name="connsiteX48" fmla="*/ 8197502 w 8733721"/>
              <a:gd name="connsiteY48" fmla="*/ 4364683 h 6857999"/>
              <a:gd name="connsiteX49" fmla="*/ 8189960 w 8733721"/>
              <a:gd name="connsiteY49" fmla="*/ 4462471 h 6857999"/>
              <a:gd name="connsiteX50" fmla="*/ 8175156 w 8733721"/>
              <a:gd name="connsiteY50" fmla="*/ 4574052 h 6857999"/>
              <a:gd name="connsiteX51" fmla="*/ 8145454 w 8733721"/>
              <a:gd name="connsiteY51" fmla="*/ 4667756 h 6857999"/>
              <a:gd name="connsiteX52" fmla="*/ 8086875 w 8733721"/>
              <a:gd name="connsiteY52" fmla="*/ 4799019 h 6857999"/>
              <a:gd name="connsiteX53" fmla="*/ 8071779 w 8733721"/>
              <a:gd name="connsiteY53" fmla="*/ 4849614 h 6857999"/>
              <a:gd name="connsiteX54" fmla="*/ 8046521 w 8733721"/>
              <a:gd name="connsiteY54" fmla="*/ 4919971 h 6857999"/>
              <a:gd name="connsiteX55" fmla="*/ 7999171 w 8733721"/>
              <a:gd name="connsiteY55" fmla="*/ 5010766 h 6857999"/>
              <a:gd name="connsiteX56" fmla="*/ 7974494 w 8733721"/>
              <a:gd name="connsiteY56" fmla="*/ 5088190 h 6857999"/>
              <a:gd name="connsiteX57" fmla="*/ 7960017 w 8733721"/>
              <a:gd name="connsiteY57" fmla="*/ 5143922 h 6857999"/>
              <a:gd name="connsiteX58" fmla="*/ 7940570 w 8733721"/>
              <a:gd name="connsiteY58" fmla="*/ 5284346 h 6857999"/>
              <a:gd name="connsiteX59" fmla="*/ 7923844 w 8733721"/>
              <a:gd name="connsiteY59" fmla="*/ 5390948 h 6857999"/>
              <a:gd name="connsiteX60" fmla="*/ 7905061 w 8733721"/>
              <a:gd name="connsiteY60" fmla="*/ 5470854 h 6857999"/>
              <a:gd name="connsiteX61" fmla="*/ 7900574 w 8733721"/>
              <a:gd name="connsiteY61" fmla="*/ 5529643 h 6857999"/>
              <a:gd name="connsiteX62" fmla="*/ 7889879 w 8733721"/>
              <a:gd name="connsiteY62" fmla="*/ 5597292 h 6857999"/>
              <a:gd name="connsiteX63" fmla="*/ 7881533 w 8733721"/>
              <a:gd name="connsiteY63" fmla="*/ 5608899 h 6857999"/>
              <a:gd name="connsiteX64" fmla="*/ 7866845 w 8733721"/>
              <a:gd name="connsiteY64" fmla="*/ 5684911 h 6857999"/>
              <a:gd name="connsiteX65" fmla="*/ 7866707 w 8733721"/>
              <a:gd name="connsiteY65" fmla="*/ 5755776 h 6857999"/>
              <a:gd name="connsiteX66" fmla="*/ 7858630 w 8733721"/>
              <a:gd name="connsiteY66" fmla="*/ 5889599 h 6857999"/>
              <a:gd name="connsiteX67" fmla="*/ 7862852 w 8733721"/>
              <a:gd name="connsiteY67" fmla="*/ 5989744 h 6857999"/>
              <a:gd name="connsiteX68" fmla="*/ 7834617 w 8733721"/>
              <a:gd name="connsiteY68" fmla="*/ 6084926 h 6857999"/>
              <a:gd name="connsiteX69" fmla="*/ 7830440 w 8733721"/>
              <a:gd name="connsiteY69" fmla="*/ 6346549 h 6857999"/>
              <a:gd name="connsiteX70" fmla="*/ 7828988 w 8733721"/>
              <a:gd name="connsiteY70" fmla="*/ 6527527 h 6857999"/>
              <a:gd name="connsiteX71" fmla="*/ 7833220 w 8733721"/>
              <a:gd name="connsiteY71" fmla="*/ 6627129 h 6857999"/>
              <a:gd name="connsiteX72" fmla="*/ 7833451 w 8733721"/>
              <a:gd name="connsiteY72" fmla="*/ 6694819 h 6857999"/>
              <a:gd name="connsiteX73" fmla="*/ 7859394 w 8733721"/>
              <a:gd name="connsiteY73" fmla="*/ 6765445 h 6857999"/>
              <a:gd name="connsiteX74" fmla="*/ 7866873 w 8733721"/>
              <a:gd name="connsiteY74" fmla="*/ 6844697 h 6857999"/>
              <a:gd name="connsiteX75" fmla="*/ 7868076 w 8733721"/>
              <a:gd name="connsiteY75" fmla="*/ 6857999 h 6857999"/>
              <a:gd name="connsiteX76" fmla="*/ 2920621 w 8733721"/>
              <a:gd name="connsiteY76" fmla="*/ 6857999 h 6857999"/>
              <a:gd name="connsiteX77" fmla="*/ 961321 w 8733721"/>
              <a:gd name="connsiteY77" fmla="*/ 6857999 h 6857999"/>
              <a:gd name="connsiteX78" fmla="*/ 0 w 8733721"/>
              <a:gd name="connsiteY78" fmla="*/ 6857999 h 6857999"/>
              <a:gd name="connsiteX79" fmla="*/ 0 w 8733721"/>
              <a:gd name="connsiteY79" fmla="*/ 0 h 6857999"/>
              <a:gd name="connsiteX0" fmla="*/ 0 w 8733721"/>
              <a:gd name="connsiteY0" fmla="*/ 0 h 6857999"/>
              <a:gd name="connsiteX1" fmla="*/ 961321 w 8733721"/>
              <a:gd name="connsiteY1" fmla="*/ 0 h 6857999"/>
              <a:gd name="connsiteX2" fmla="*/ 2920621 w 8733721"/>
              <a:gd name="connsiteY2" fmla="*/ 0 h 6857999"/>
              <a:gd name="connsiteX3" fmla="*/ 8733721 w 8733721"/>
              <a:gd name="connsiteY3" fmla="*/ 0 h 6857999"/>
              <a:gd name="connsiteX4" fmla="*/ 8733721 w 8733721"/>
              <a:gd name="connsiteY4" fmla="*/ 2 h 6857999"/>
              <a:gd name="connsiteX5" fmla="*/ 8236175 w 8733721"/>
              <a:gd name="connsiteY5" fmla="*/ 2 h 6857999"/>
              <a:gd name="connsiteX6" fmla="*/ 8231178 w 8733721"/>
              <a:gd name="connsiteY6" fmla="*/ 14562 h 6857999"/>
              <a:gd name="connsiteX7" fmla="*/ 8234773 w 8733721"/>
              <a:gd name="connsiteY7" fmla="*/ 59077 h 6857999"/>
              <a:gd name="connsiteX8" fmla="*/ 8227623 w 8733721"/>
              <a:gd name="connsiteY8" fmla="*/ 107668 h 6857999"/>
              <a:gd name="connsiteX9" fmla="*/ 8246150 w 8733721"/>
              <a:gd name="connsiteY9" fmla="*/ 246136 h 6857999"/>
              <a:gd name="connsiteX10" fmla="*/ 8224308 w 8733721"/>
              <a:gd name="connsiteY10" fmla="*/ 372908 h 6857999"/>
              <a:gd name="connsiteX11" fmla="*/ 8221687 w 8733721"/>
              <a:gd name="connsiteY11" fmla="*/ 450607 h 6857999"/>
              <a:gd name="connsiteX12" fmla="*/ 8232987 w 8733721"/>
              <a:gd name="connsiteY12" fmla="*/ 812800 h 6857999"/>
              <a:gd name="connsiteX13" fmla="*/ 8241364 w 8733721"/>
              <a:gd name="connsiteY13" fmla="*/ 912727 h 6857999"/>
              <a:gd name="connsiteX14" fmla="*/ 8240165 w 8733721"/>
              <a:gd name="connsiteY14" fmla="*/ 989950 h 6857999"/>
              <a:gd name="connsiteX15" fmla="*/ 8243561 w 8733721"/>
              <a:gd name="connsiteY15" fmla="*/ 1141745 h 6857999"/>
              <a:gd name="connsiteX16" fmla="*/ 8256144 w 8733721"/>
              <a:gd name="connsiteY16" fmla="*/ 1265454 h 6857999"/>
              <a:gd name="connsiteX17" fmla="*/ 8281494 w 8733721"/>
              <a:gd name="connsiteY17" fmla="*/ 1385480 h 6857999"/>
              <a:gd name="connsiteX18" fmla="*/ 8297877 w 8733721"/>
              <a:gd name="connsiteY18" fmla="*/ 1458060 h 6857999"/>
              <a:gd name="connsiteX19" fmla="*/ 8315502 w 8733721"/>
              <a:gd name="connsiteY19" fmla="*/ 1513175 h 6857999"/>
              <a:gd name="connsiteX20" fmla="*/ 8342335 w 8733721"/>
              <a:gd name="connsiteY20" fmla="*/ 1570809 h 6857999"/>
              <a:gd name="connsiteX21" fmla="*/ 8372418 w 8733721"/>
              <a:gd name="connsiteY21" fmla="*/ 1638391 h 6857999"/>
              <a:gd name="connsiteX22" fmla="*/ 8360930 w 8733721"/>
              <a:gd name="connsiteY22" fmla="*/ 1742490 h 6857999"/>
              <a:gd name="connsiteX23" fmla="*/ 8385393 w 8733721"/>
              <a:gd name="connsiteY23" fmla="*/ 1812272 h 6857999"/>
              <a:gd name="connsiteX24" fmla="*/ 8379488 w 8733721"/>
              <a:gd name="connsiteY24" fmla="*/ 1856766 h 6857999"/>
              <a:gd name="connsiteX25" fmla="*/ 8385055 w 8733721"/>
              <a:gd name="connsiteY25" fmla="*/ 1923433 h 6857999"/>
              <a:gd name="connsiteX26" fmla="*/ 8386906 w 8733721"/>
              <a:gd name="connsiteY26" fmla="*/ 1972204 h 6857999"/>
              <a:gd name="connsiteX27" fmla="*/ 8386681 w 8733721"/>
              <a:gd name="connsiteY27" fmla="*/ 2066205 h 6857999"/>
              <a:gd name="connsiteX28" fmla="*/ 8380052 w 8733721"/>
              <a:gd name="connsiteY28" fmla="*/ 2227417 h 6857999"/>
              <a:gd name="connsiteX29" fmla="*/ 8374483 w 8733721"/>
              <a:gd name="connsiteY29" fmla="*/ 2510933 h 6857999"/>
              <a:gd name="connsiteX30" fmla="*/ 8375191 w 8733721"/>
              <a:gd name="connsiteY30" fmla="*/ 2741866 h 6857999"/>
              <a:gd name="connsiteX31" fmla="*/ 8384389 w 8733721"/>
              <a:gd name="connsiteY31" fmla="*/ 2864935 h 6857999"/>
              <a:gd name="connsiteX32" fmla="*/ 8391822 w 8733721"/>
              <a:gd name="connsiteY32" fmla="*/ 2950807 h 6857999"/>
              <a:gd name="connsiteX33" fmla="*/ 8378111 w 8733721"/>
              <a:gd name="connsiteY33" fmla="*/ 2978246 h 6857999"/>
              <a:gd name="connsiteX34" fmla="*/ 8375025 w 8733721"/>
              <a:gd name="connsiteY34" fmla="*/ 2995916 h 6857999"/>
              <a:gd name="connsiteX35" fmla="*/ 8366764 w 8733721"/>
              <a:gd name="connsiteY35" fmla="*/ 2998648 h 6857999"/>
              <a:gd name="connsiteX36" fmla="*/ 8356827 w 8733721"/>
              <a:gd name="connsiteY36" fmla="*/ 3023630 h 6857999"/>
              <a:gd name="connsiteX37" fmla="*/ 8348883 w 8733721"/>
              <a:gd name="connsiteY37" fmla="*/ 3096975 h 6857999"/>
              <a:gd name="connsiteX38" fmla="*/ 8331320 w 8733721"/>
              <a:gd name="connsiteY38" fmla="*/ 3216657 h 6857999"/>
              <a:gd name="connsiteX39" fmla="*/ 8334250 w 8733721"/>
              <a:gd name="connsiteY39" fmla="*/ 3310980 h 6857999"/>
              <a:gd name="connsiteX40" fmla="*/ 8323018 w 8733721"/>
              <a:gd name="connsiteY40" fmla="*/ 3344725 h 6857999"/>
              <a:gd name="connsiteX41" fmla="*/ 8312317 w 8733721"/>
              <a:gd name="connsiteY41" fmla="*/ 3393250 h 6857999"/>
              <a:gd name="connsiteX42" fmla="*/ 8299110 w 8733721"/>
              <a:gd name="connsiteY42" fmla="*/ 3514536 h 6857999"/>
              <a:gd name="connsiteX43" fmla="*/ 8279421 w 8733721"/>
              <a:gd name="connsiteY43" fmla="*/ 3686149 h 6857999"/>
              <a:gd name="connsiteX44" fmla="*/ 8273021 w 8733721"/>
              <a:gd name="connsiteY44" fmla="*/ 3692208 h 6857999"/>
              <a:gd name="connsiteX45" fmla="*/ 8260968 w 8733721"/>
              <a:gd name="connsiteY45" fmla="*/ 3776022 h 6857999"/>
              <a:gd name="connsiteX46" fmla="*/ 8257071 w 8733721"/>
              <a:gd name="connsiteY46" fmla="*/ 3977138 h 6857999"/>
              <a:gd name="connsiteX47" fmla="*/ 8203359 w 8733721"/>
              <a:gd name="connsiteY47" fmla="*/ 4222149 h 6857999"/>
              <a:gd name="connsiteX48" fmla="*/ 8197502 w 8733721"/>
              <a:gd name="connsiteY48" fmla="*/ 4364683 h 6857999"/>
              <a:gd name="connsiteX49" fmla="*/ 8189960 w 8733721"/>
              <a:gd name="connsiteY49" fmla="*/ 4462471 h 6857999"/>
              <a:gd name="connsiteX50" fmla="*/ 8175156 w 8733721"/>
              <a:gd name="connsiteY50" fmla="*/ 4574052 h 6857999"/>
              <a:gd name="connsiteX51" fmla="*/ 8145454 w 8733721"/>
              <a:gd name="connsiteY51" fmla="*/ 4667756 h 6857999"/>
              <a:gd name="connsiteX52" fmla="*/ 8086875 w 8733721"/>
              <a:gd name="connsiteY52" fmla="*/ 4799019 h 6857999"/>
              <a:gd name="connsiteX53" fmla="*/ 8071779 w 8733721"/>
              <a:gd name="connsiteY53" fmla="*/ 4849614 h 6857999"/>
              <a:gd name="connsiteX54" fmla="*/ 8046521 w 8733721"/>
              <a:gd name="connsiteY54" fmla="*/ 4919971 h 6857999"/>
              <a:gd name="connsiteX55" fmla="*/ 7999171 w 8733721"/>
              <a:gd name="connsiteY55" fmla="*/ 5010766 h 6857999"/>
              <a:gd name="connsiteX56" fmla="*/ 7974494 w 8733721"/>
              <a:gd name="connsiteY56" fmla="*/ 5088190 h 6857999"/>
              <a:gd name="connsiteX57" fmla="*/ 7960017 w 8733721"/>
              <a:gd name="connsiteY57" fmla="*/ 5143922 h 6857999"/>
              <a:gd name="connsiteX58" fmla="*/ 7940570 w 8733721"/>
              <a:gd name="connsiteY58" fmla="*/ 5284346 h 6857999"/>
              <a:gd name="connsiteX59" fmla="*/ 7923844 w 8733721"/>
              <a:gd name="connsiteY59" fmla="*/ 5390948 h 6857999"/>
              <a:gd name="connsiteX60" fmla="*/ 7905061 w 8733721"/>
              <a:gd name="connsiteY60" fmla="*/ 5470854 h 6857999"/>
              <a:gd name="connsiteX61" fmla="*/ 7900574 w 8733721"/>
              <a:gd name="connsiteY61" fmla="*/ 5529643 h 6857999"/>
              <a:gd name="connsiteX62" fmla="*/ 7889879 w 8733721"/>
              <a:gd name="connsiteY62" fmla="*/ 5597292 h 6857999"/>
              <a:gd name="connsiteX63" fmla="*/ 7881533 w 8733721"/>
              <a:gd name="connsiteY63" fmla="*/ 5608899 h 6857999"/>
              <a:gd name="connsiteX64" fmla="*/ 7866845 w 8733721"/>
              <a:gd name="connsiteY64" fmla="*/ 5684911 h 6857999"/>
              <a:gd name="connsiteX65" fmla="*/ 7866707 w 8733721"/>
              <a:gd name="connsiteY65" fmla="*/ 5755776 h 6857999"/>
              <a:gd name="connsiteX66" fmla="*/ 7858630 w 8733721"/>
              <a:gd name="connsiteY66" fmla="*/ 5889599 h 6857999"/>
              <a:gd name="connsiteX67" fmla="*/ 7862852 w 8733721"/>
              <a:gd name="connsiteY67" fmla="*/ 5989744 h 6857999"/>
              <a:gd name="connsiteX68" fmla="*/ 7834617 w 8733721"/>
              <a:gd name="connsiteY68" fmla="*/ 6084926 h 6857999"/>
              <a:gd name="connsiteX69" fmla="*/ 7830440 w 8733721"/>
              <a:gd name="connsiteY69" fmla="*/ 6346549 h 6857999"/>
              <a:gd name="connsiteX70" fmla="*/ 7828988 w 8733721"/>
              <a:gd name="connsiteY70" fmla="*/ 6527527 h 6857999"/>
              <a:gd name="connsiteX71" fmla="*/ 7833220 w 8733721"/>
              <a:gd name="connsiteY71" fmla="*/ 6627129 h 6857999"/>
              <a:gd name="connsiteX72" fmla="*/ 7833451 w 8733721"/>
              <a:gd name="connsiteY72" fmla="*/ 6694819 h 6857999"/>
              <a:gd name="connsiteX73" fmla="*/ 7859394 w 8733721"/>
              <a:gd name="connsiteY73" fmla="*/ 6765445 h 6857999"/>
              <a:gd name="connsiteX74" fmla="*/ 7866873 w 8733721"/>
              <a:gd name="connsiteY74" fmla="*/ 6844697 h 6857999"/>
              <a:gd name="connsiteX75" fmla="*/ 7868076 w 8733721"/>
              <a:gd name="connsiteY75" fmla="*/ 6857999 h 6857999"/>
              <a:gd name="connsiteX76" fmla="*/ 2920621 w 8733721"/>
              <a:gd name="connsiteY76" fmla="*/ 6857999 h 6857999"/>
              <a:gd name="connsiteX77" fmla="*/ 961321 w 8733721"/>
              <a:gd name="connsiteY77" fmla="*/ 6857999 h 6857999"/>
              <a:gd name="connsiteX78" fmla="*/ 0 w 8733721"/>
              <a:gd name="connsiteY78" fmla="*/ 6857999 h 6857999"/>
              <a:gd name="connsiteX79" fmla="*/ 0 w 8733721"/>
              <a:gd name="connsiteY79" fmla="*/ 0 h 6857999"/>
              <a:gd name="connsiteX0" fmla="*/ 0 w 8733721"/>
              <a:gd name="connsiteY0" fmla="*/ 0 h 6857999"/>
              <a:gd name="connsiteX1" fmla="*/ 961321 w 8733721"/>
              <a:gd name="connsiteY1" fmla="*/ 0 h 6857999"/>
              <a:gd name="connsiteX2" fmla="*/ 2920621 w 8733721"/>
              <a:gd name="connsiteY2" fmla="*/ 0 h 6857999"/>
              <a:gd name="connsiteX3" fmla="*/ 8733721 w 8733721"/>
              <a:gd name="connsiteY3" fmla="*/ 0 h 6857999"/>
              <a:gd name="connsiteX4" fmla="*/ 8733721 w 8733721"/>
              <a:gd name="connsiteY4" fmla="*/ 2 h 6857999"/>
              <a:gd name="connsiteX5" fmla="*/ 8236175 w 8733721"/>
              <a:gd name="connsiteY5" fmla="*/ 2 h 6857999"/>
              <a:gd name="connsiteX6" fmla="*/ 8231178 w 8733721"/>
              <a:gd name="connsiteY6" fmla="*/ 14562 h 6857999"/>
              <a:gd name="connsiteX7" fmla="*/ 8234773 w 8733721"/>
              <a:gd name="connsiteY7" fmla="*/ 59077 h 6857999"/>
              <a:gd name="connsiteX8" fmla="*/ 8227623 w 8733721"/>
              <a:gd name="connsiteY8" fmla="*/ 107668 h 6857999"/>
              <a:gd name="connsiteX9" fmla="*/ 8246150 w 8733721"/>
              <a:gd name="connsiteY9" fmla="*/ 246136 h 6857999"/>
              <a:gd name="connsiteX10" fmla="*/ 8224308 w 8733721"/>
              <a:gd name="connsiteY10" fmla="*/ 372908 h 6857999"/>
              <a:gd name="connsiteX11" fmla="*/ 8221687 w 8733721"/>
              <a:gd name="connsiteY11" fmla="*/ 450607 h 6857999"/>
              <a:gd name="connsiteX12" fmla="*/ 8232987 w 8733721"/>
              <a:gd name="connsiteY12" fmla="*/ 812800 h 6857999"/>
              <a:gd name="connsiteX13" fmla="*/ 8241364 w 8733721"/>
              <a:gd name="connsiteY13" fmla="*/ 912727 h 6857999"/>
              <a:gd name="connsiteX14" fmla="*/ 8240165 w 8733721"/>
              <a:gd name="connsiteY14" fmla="*/ 989950 h 6857999"/>
              <a:gd name="connsiteX15" fmla="*/ 8243561 w 8733721"/>
              <a:gd name="connsiteY15" fmla="*/ 1141745 h 6857999"/>
              <a:gd name="connsiteX16" fmla="*/ 8256144 w 8733721"/>
              <a:gd name="connsiteY16" fmla="*/ 1265454 h 6857999"/>
              <a:gd name="connsiteX17" fmla="*/ 8281494 w 8733721"/>
              <a:gd name="connsiteY17" fmla="*/ 1385480 h 6857999"/>
              <a:gd name="connsiteX18" fmla="*/ 8297877 w 8733721"/>
              <a:gd name="connsiteY18" fmla="*/ 1458060 h 6857999"/>
              <a:gd name="connsiteX19" fmla="*/ 8315502 w 8733721"/>
              <a:gd name="connsiteY19" fmla="*/ 1513175 h 6857999"/>
              <a:gd name="connsiteX20" fmla="*/ 8342335 w 8733721"/>
              <a:gd name="connsiteY20" fmla="*/ 1570809 h 6857999"/>
              <a:gd name="connsiteX21" fmla="*/ 8372418 w 8733721"/>
              <a:gd name="connsiteY21" fmla="*/ 1638391 h 6857999"/>
              <a:gd name="connsiteX22" fmla="*/ 8360930 w 8733721"/>
              <a:gd name="connsiteY22" fmla="*/ 1742490 h 6857999"/>
              <a:gd name="connsiteX23" fmla="*/ 8343694 w 8733721"/>
              <a:gd name="connsiteY23" fmla="*/ 1812272 h 6857999"/>
              <a:gd name="connsiteX24" fmla="*/ 8379488 w 8733721"/>
              <a:gd name="connsiteY24" fmla="*/ 1856766 h 6857999"/>
              <a:gd name="connsiteX25" fmla="*/ 8385055 w 8733721"/>
              <a:gd name="connsiteY25" fmla="*/ 1923433 h 6857999"/>
              <a:gd name="connsiteX26" fmla="*/ 8386906 w 8733721"/>
              <a:gd name="connsiteY26" fmla="*/ 1972204 h 6857999"/>
              <a:gd name="connsiteX27" fmla="*/ 8386681 w 8733721"/>
              <a:gd name="connsiteY27" fmla="*/ 2066205 h 6857999"/>
              <a:gd name="connsiteX28" fmla="*/ 8380052 w 8733721"/>
              <a:gd name="connsiteY28" fmla="*/ 2227417 h 6857999"/>
              <a:gd name="connsiteX29" fmla="*/ 8374483 w 8733721"/>
              <a:gd name="connsiteY29" fmla="*/ 2510933 h 6857999"/>
              <a:gd name="connsiteX30" fmla="*/ 8375191 w 8733721"/>
              <a:gd name="connsiteY30" fmla="*/ 2741866 h 6857999"/>
              <a:gd name="connsiteX31" fmla="*/ 8384389 w 8733721"/>
              <a:gd name="connsiteY31" fmla="*/ 2864935 h 6857999"/>
              <a:gd name="connsiteX32" fmla="*/ 8391822 w 8733721"/>
              <a:gd name="connsiteY32" fmla="*/ 2950807 h 6857999"/>
              <a:gd name="connsiteX33" fmla="*/ 8378111 w 8733721"/>
              <a:gd name="connsiteY33" fmla="*/ 2978246 h 6857999"/>
              <a:gd name="connsiteX34" fmla="*/ 8375025 w 8733721"/>
              <a:gd name="connsiteY34" fmla="*/ 2995916 h 6857999"/>
              <a:gd name="connsiteX35" fmla="*/ 8366764 w 8733721"/>
              <a:gd name="connsiteY35" fmla="*/ 2998648 h 6857999"/>
              <a:gd name="connsiteX36" fmla="*/ 8356827 w 8733721"/>
              <a:gd name="connsiteY36" fmla="*/ 3023630 h 6857999"/>
              <a:gd name="connsiteX37" fmla="*/ 8348883 w 8733721"/>
              <a:gd name="connsiteY37" fmla="*/ 3096975 h 6857999"/>
              <a:gd name="connsiteX38" fmla="*/ 8331320 w 8733721"/>
              <a:gd name="connsiteY38" fmla="*/ 3216657 h 6857999"/>
              <a:gd name="connsiteX39" fmla="*/ 8334250 w 8733721"/>
              <a:gd name="connsiteY39" fmla="*/ 3310980 h 6857999"/>
              <a:gd name="connsiteX40" fmla="*/ 8323018 w 8733721"/>
              <a:gd name="connsiteY40" fmla="*/ 3344725 h 6857999"/>
              <a:gd name="connsiteX41" fmla="*/ 8312317 w 8733721"/>
              <a:gd name="connsiteY41" fmla="*/ 3393250 h 6857999"/>
              <a:gd name="connsiteX42" fmla="*/ 8299110 w 8733721"/>
              <a:gd name="connsiteY42" fmla="*/ 3514536 h 6857999"/>
              <a:gd name="connsiteX43" fmla="*/ 8279421 w 8733721"/>
              <a:gd name="connsiteY43" fmla="*/ 3686149 h 6857999"/>
              <a:gd name="connsiteX44" fmla="*/ 8273021 w 8733721"/>
              <a:gd name="connsiteY44" fmla="*/ 3692208 h 6857999"/>
              <a:gd name="connsiteX45" fmla="*/ 8260968 w 8733721"/>
              <a:gd name="connsiteY45" fmla="*/ 3776022 h 6857999"/>
              <a:gd name="connsiteX46" fmla="*/ 8257071 w 8733721"/>
              <a:gd name="connsiteY46" fmla="*/ 3977138 h 6857999"/>
              <a:gd name="connsiteX47" fmla="*/ 8203359 w 8733721"/>
              <a:gd name="connsiteY47" fmla="*/ 4222149 h 6857999"/>
              <a:gd name="connsiteX48" fmla="*/ 8197502 w 8733721"/>
              <a:gd name="connsiteY48" fmla="*/ 4364683 h 6857999"/>
              <a:gd name="connsiteX49" fmla="*/ 8189960 w 8733721"/>
              <a:gd name="connsiteY49" fmla="*/ 4462471 h 6857999"/>
              <a:gd name="connsiteX50" fmla="*/ 8175156 w 8733721"/>
              <a:gd name="connsiteY50" fmla="*/ 4574052 h 6857999"/>
              <a:gd name="connsiteX51" fmla="*/ 8145454 w 8733721"/>
              <a:gd name="connsiteY51" fmla="*/ 4667756 h 6857999"/>
              <a:gd name="connsiteX52" fmla="*/ 8086875 w 8733721"/>
              <a:gd name="connsiteY52" fmla="*/ 4799019 h 6857999"/>
              <a:gd name="connsiteX53" fmla="*/ 8071779 w 8733721"/>
              <a:gd name="connsiteY53" fmla="*/ 4849614 h 6857999"/>
              <a:gd name="connsiteX54" fmla="*/ 8046521 w 8733721"/>
              <a:gd name="connsiteY54" fmla="*/ 4919971 h 6857999"/>
              <a:gd name="connsiteX55" fmla="*/ 7999171 w 8733721"/>
              <a:gd name="connsiteY55" fmla="*/ 5010766 h 6857999"/>
              <a:gd name="connsiteX56" fmla="*/ 7974494 w 8733721"/>
              <a:gd name="connsiteY56" fmla="*/ 5088190 h 6857999"/>
              <a:gd name="connsiteX57" fmla="*/ 7960017 w 8733721"/>
              <a:gd name="connsiteY57" fmla="*/ 5143922 h 6857999"/>
              <a:gd name="connsiteX58" fmla="*/ 7940570 w 8733721"/>
              <a:gd name="connsiteY58" fmla="*/ 5284346 h 6857999"/>
              <a:gd name="connsiteX59" fmla="*/ 7923844 w 8733721"/>
              <a:gd name="connsiteY59" fmla="*/ 5390948 h 6857999"/>
              <a:gd name="connsiteX60" fmla="*/ 7905061 w 8733721"/>
              <a:gd name="connsiteY60" fmla="*/ 5470854 h 6857999"/>
              <a:gd name="connsiteX61" fmla="*/ 7900574 w 8733721"/>
              <a:gd name="connsiteY61" fmla="*/ 5529643 h 6857999"/>
              <a:gd name="connsiteX62" fmla="*/ 7889879 w 8733721"/>
              <a:gd name="connsiteY62" fmla="*/ 5597292 h 6857999"/>
              <a:gd name="connsiteX63" fmla="*/ 7881533 w 8733721"/>
              <a:gd name="connsiteY63" fmla="*/ 5608899 h 6857999"/>
              <a:gd name="connsiteX64" fmla="*/ 7866845 w 8733721"/>
              <a:gd name="connsiteY64" fmla="*/ 5684911 h 6857999"/>
              <a:gd name="connsiteX65" fmla="*/ 7866707 w 8733721"/>
              <a:gd name="connsiteY65" fmla="*/ 5755776 h 6857999"/>
              <a:gd name="connsiteX66" fmla="*/ 7858630 w 8733721"/>
              <a:gd name="connsiteY66" fmla="*/ 5889599 h 6857999"/>
              <a:gd name="connsiteX67" fmla="*/ 7862852 w 8733721"/>
              <a:gd name="connsiteY67" fmla="*/ 5989744 h 6857999"/>
              <a:gd name="connsiteX68" fmla="*/ 7834617 w 8733721"/>
              <a:gd name="connsiteY68" fmla="*/ 6084926 h 6857999"/>
              <a:gd name="connsiteX69" fmla="*/ 7830440 w 8733721"/>
              <a:gd name="connsiteY69" fmla="*/ 6346549 h 6857999"/>
              <a:gd name="connsiteX70" fmla="*/ 7828988 w 8733721"/>
              <a:gd name="connsiteY70" fmla="*/ 6527527 h 6857999"/>
              <a:gd name="connsiteX71" fmla="*/ 7833220 w 8733721"/>
              <a:gd name="connsiteY71" fmla="*/ 6627129 h 6857999"/>
              <a:gd name="connsiteX72" fmla="*/ 7833451 w 8733721"/>
              <a:gd name="connsiteY72" fmla="*/ 6694819 h 6857999"/>
              <a:gd name="connsiteX73" fmla="*/ 7859394 w 8733721"/>
              <a:gd name="connsiteY73" fmla="*/ 6765445 h 6857999"/>
              <a:gd name="connsiteX74" fmla="*/ 7866873 w 8733721"/>
              <a:gd name="connsiteY74" fmla="*/ 6844697 h 6857999"/>
              <a:gd name="connsiteX75" fmla="*/ 7868076 w 8733721"/>
              <a:gd name="connsiteY75" fmla="*/ 6857999 h 6857999"/>
              <a:gd name="connsiteX76" fmla="*/ 2920621 w 8733721"/>
              <a:gd name="connsiteY76" fmla="*/ 6857999 h 6857999"/>
              <a:gd name="connsiteX77" fmla="*/ 961321 w 8733721"/>
              <a:gd name="connsiteY77" fmla="*/ 6857999 h 6857999"/>
              <a:gd name="connsiteX78" fmla="*/ 0 w 8733721"/>
              <a:gd name="connsiteY78" fmla="*/ 6857999 h 6857999"/>
              <a:gd name="connsiteX79" fmla="*/ 0 w 8733721"/>
              <a:gd name="connsiteY79" fmla="*/ 0 h 6857999"/>
              <a:gd name="connsiteX0" fmla="*/ 0 w 8733721"/>
              <a:gd name="connsiteY0" fmla="*/ 0 h 6857999"/>
              <a:gd name="connsiteX1" fmla="*/ 961321 w 8733721"/>
              <a:gd name="connsiteY1" fmla="*/ 0 h 6857999"/>
              <a:gd name="connsiteX2" fmla="*/ 2920621 w 8733721"/>
              <a:gd name="connsiteY2" fmla="*/ 0 h 6857999"/>
              <a:gd name="connsiteX3" fmla="*/ 8733721 w 8733721"/>
              <a:gd name="connsiteY3" fmla="*/ 0 h 6857999"/>
              <a:gd name="connsiteX4" fmla="*/ 8733721 w 8733721"/>
              <a:gd name="connsiteY4" fmla="*/ 2 h 6857999"/>
              <a:gd name="connsiteX5" fmla="*/ 8236175 w 8733721"/>
              <a:gd name="connsiteY5" fmla="*/ 2 h 6857999"/>
              <a:gd name="connsiteX6" fmla="*/ 8231178 w 8733721"/>
              <a:gd name="connsiteY6" fmla="*/ 14562 h 6857999"/>
              <a:gd name="connsiteX7" fmla="*/ 8234773 w 8733721"/>
              <a:gd name="connsiteY7" fmla="*/ 59077 h 6857999"/>
              <a:gd name="connsiteX8" fmla="*/ 8227623 w 8733721"/>
              <a:gd name="connsiteY8" fmla="*/ 107668 h 6857999"/>
              <a:gd name="connsiteX9" fmla="*/ 8246150 w 8733721"/>
              <a:gd name="connsiteY9" fmla="*/ 246136 h 6857999"/>
              <a:gd name="connsiteX10" fmla="*/ 8224308 w 8733721"/>
              <a:gd name="connsiteY10" fmla="*/ 372908 h 6857999"/>
              <a:gd name="connsiteX11" fmla="*/ 8221687 w 8733721"/>
              <a:gd name="connsiteY11" fmla="*/ 450607 h 6857999"/>
              <a:gd name="connsiteX12" fmla="*/ 8232987 w 8733721"/>
              <a:gd name="connsiteY12" fmla="*/ 812800 h 6857999"/>
              <a:gd name="connsiteX13" fmla="*/ 8241364 w 8733721"/>
              <a:gd name="connsiteY13" fmla="*/ 912727 h 6857999"/>
              <a:gd name="connsiteX14" fmla="*/ 8240165 w 8733721"/>
              <a:gd name="connsiteY14" fmla="*/ 989950 h 6857999"/>
              <a:gd name="connsiteX15" fmla="*/ 8243561 w 8733721"/>
              <a:gd name="connsiteY15" fmla="*/ 1141745 h 6857999"/>
              <a:gd name="connsiteX16" fmla="*/ 8256144 w 8733721"/>
              <a:gd name="connsiteY16" fmla="*/ 1265454 h 6857999"/>
              <a:gd name="connsiteX17" fmla="*/ 8281494 w 8733721"/>
              <a:gd name="connsiteY17" fmla="*/ 1385480 h 6857999"/>
              <a:gd name="connsiteX18" fmla="*/ 8297877 w 8733721"/>
              <a:gd name="connsiteY18" fmla="*/ 1458060 h 6857999"/>
              <a:gd name="connsiteX19" fmla="*/ 8315502 w 8733721"/>
              <a:gd name="connsiteY19" fmla="*/ 1513175 h 6857999"/>
              <a:gd name="connsiteX20" fmla="*/ 8342335 w 8733721"/>
              <a:gd name="connsiteY20" fmla="*/ 1570809 h 6857999"/>
              <a:gd name="connsiteX21" fmla="*/ 8324762 w 8733721"/>
              <a:gd name="connsiteY21" fmla="*/ 1632434 h 6857999"/>
              <a:gd name="connsiteX22" fmla="*/ 8360930 w 8733721"/>
              <a:gd name="connsiteY22" fmla="*/ 1742490 h 6857999"/>
              <a:gd name="connsiteX23" fmla="*/ 8343694 w 8733721"/>
              <a:gd name="connsiteY23" fmla="*/ 1812272 h 6857999"/>
              <a:gd name="connsiteX24" fmla="*/ 8379488 w 8733721"/>
              <a:gd name="connsiteY24" fmla="*/ 1856766 h 6857999"/>
              <a:gd name="connsiteX25" fmla="*/ 8385055 w 8733721"/>
              <a:gd name="connsiteY25" fmla="*/ 1923433 h 6857999"/>
              <a:gd name="connsiteX26" fmla="*/ 8386906 w 8733721"/>
              <a:gd name="connsiteY26" fmla="*/ 1972204 h 6857999"/>
              <a:gd name="connsiteX27" fmla="*/ 8386681 w 8733721"/>
              <a:gd name="connsiteY27" fmla="*/ 2066205 h 6857999"/>
              <a:gd name="connsiteX28" fmla="*/ 8380052 w 8733721"/>
              <a:gd name="connsiteY28" fmla="*/ 2227417 h 6857999"/>
              <a:gd name="connsiteX29" fmla="*/ 8374483 w 8733721"/>
              <a:gd name="connsiteY29" fmla="*/ 2510933 h 6857999"/>
              <a:gd name="connsiteX30" fmla="*/ 8375191 w 8733721"/>
              <a:gd name="connsiteY30" fmla="*/ 2741866 h 6857999"/>
              <a:gd name="connsiteX31" fmla="*/ 8384389 w 8733721"/>
              <a:gd name="connsiteY31" fmla="*/ 2864935 h 6857999"/>
              <a:gd name="connsiteX32" fmla="*/ 8391822 w 8733721"/>
              <a:gd name="connsiteY32" fmla="*/ 2950807 h 6857999"/>
              <a:gd name="connsiteX33" fmla="*/ 8378111 w 8733721"/>
              <a:gd name="connsiteY33" fmla="*/ 2978246 h 6857999"/>
              <a:gd name="connsiteX34" fmla="*/ 8375025 w 8733721"/>
              <a:gd name="connsiteY34" fmla="*/ 2995916 h 6857999"/>
              <a:gd name="connsiteX35" fmla="*/ 8366764 w 8733721"/>
              <a:gd name="connsiteY35" fmla="*/ 2998648 h 6857999"/>
              <a:gd name="connsiteX36" fmla="*/ 8356827 w 8733721"/>
              <a:gd name="connsiteY36" fmla="*/ 3023630 h 6857999"/>
              <a:gd name="connsiteX37" fmla="*/ 8348883 w 8733721"/>
              <a:gd name="connsiteY37" fmla="*/ 3096975 h 6857999"/>
              <a:gd name="connsiteX38" fmla="*/ 8331320 w 8733721"/>
              <a:gd name="connsiteY38" fmla="*/ 3216657 h 6857999"/>
              <a:gd name="connsiteX39" fmla="*/ 8334250 w 8733721"/>
              <a:gd name="connsiteY39" fmla="*/ 3310980 h 6857999"/>
              <a:gd name="connsiteX40" fmla="*/ 8323018 w 8733721"/>
              <a:gd name="connsiteY40" fmla="*/ 3344725 h 6857999"/>
              <a:gd name="connsiteX41" fmla="*/ 8312317 w 8733721"/>
              <a:gd name="connsiteY41" fmla="*/ 3393250 h 6857999"/>
              <a:gd name="connsiteX42" fmla="*/ 8299110 w 8733721"/>
              <a:gd name="connsiteY42" fmla="*/ 3514536 h 6857999"/>
              <a:gd name="connsiteX43" fmla="*/ 8279421 w 8733721"/>
              <a:gd name="connsiteY43" fmla="*/ 3686149 h 6857999"/>
              <a:gd name="connsiteX44" fmla="*/ 8273021 w 8733721"/>
              <a:gd name="connsiteY44" fmla="*/ 3692208 h 6857999"/>
              <a:gd name="connsiteX45" fmla="*/ 8260968 w 8733721"/>
              <a:gd name="connsiteY45" fmla="*/ 3776022 h 6857999"/>
              <a:gd name="connsiteX46" fmla="*/ 8257071 w 8733721"/>
              <a:gd name="connsiteY46" fmla="*/ 3977138 h 6857999"/>
              <a:gd name="connsiteX47" fmla="*/ 8203359 w 8733721"/>
              <a:gd name="connsiteY47" fmla="*/ 4222149 h 6857999"/>
              <a:gd name="connsiteX48" fmla="*/ 8197502 w 8733721"/>
              <a:gd name="connsiteY48" fmla="*/ 4364683 h 6857999"/>
              <a:gd name="connsiteX49" fmla="*/ 8189960 w 8733721"/>
              <a:gd name="connsiteY49" fmla="*/ 4462471 h 6857999"/>
              <a:gd name="connsiteX50" fmla="*/ 8175156 w 8733721"/>
              <a:gd name="connsiteY50" fmla="*/ 4574052 h 6857999"/>
              <a:gd name="connsiteX51" fmla="*/ 8145454 w 8733721"/>
              <a:gd name="connsiteY51" fmla="*/ 4667756 h 6857999"/>
              <a:gd name="connsiteX52" fmla="*/ 8086875 w 8733721"/>
              <a:gd name="connsiteY52" fmla="*/ 4799019 h 6857999"/>
              <a:gd name="connsiteX53" fmla="*/ 8071779 w 8733721"/>
              <a:gd name="connsiteY53" fmla="*/ 4849614 h 6857999"/>
              <a:gd name="connsiteX54" fmla="*/ 8046521 w 8733721"/>
              <a:gd name="connsiteY54" fmla="*/ 4919971 h 6857999"/>
              <a:gd name="connsiteX55" fmla="*/ 7999171 w 8733721"/>
              <a:gd name="connsiteY55" fmla="*/ 5010766 h 6857999"/>
              <a:gd name="connsiteX56" fmla="*/ 7974494 w 8733721"/>
              <a:gd name="connsiteY56" fmla="*/ 5088190 h 6857999"/>
              <a:gd name="connsiteX57" fmla="*/ 7960017 w 8733721"/>
              <a:gd name="connsiteY57" fmla="*/ 5143922 h 6857999"/>
              <a:gd name="connsiteX58" fmla="*/ 7940570 w 8733721"/>
              <a:gd name="connsiteY58" fmla="*/ 5284346 h 6857999"/>
              <a:gd name="connsiteX59" fmla="*/ 7923844 w 8733721"/>
              <a:gd name="connsiteY59" fmla="*/ 5390948 h 6857999"/>
              <a:gd name="connsiteX60" fmla="*/ 7905061 w 8733721"/>
              <a:gd name="connsiteY60" fmla="*/ 5470854 h 6857999"/>
              <a:gd name="connsiteX61" fmla="*/ 7900574 w 8733721"/>
              <a:gd name="connsiteY61" fmla="*/ 5529643 h 6857999"/>
              <a:gd name="connsiteX62" fmla="*/ 7889879 w 8733721"/>
              <a:gd name="connsiteY62" fmla="*/ 5597292 h 6857999"/>
              <a:gd name="connsiteX63" fmla="*/ 7881533 w 8733721"/>
              <a:gd name="connsiteY63" fmla="*/ 5608899 h 6857999"/>
              <a:gd name="connsiteX64" fmla="*/ 7866845 w 8733721"/>
              <a:gd name="connsiteY64" fmla="*/ 5684911 h 6857999"/>
              <a:gd name="connsiteX65" fmla="*/ 7866707 w 8733721"/>
              <a:gd name="connsiteY65" fmla="*/ 5755776 h 6857999"/>
              <a:gd name="connsiteX66" fmla="*/ 7858630 w 8733721"/>
              <a:gd name="connsiteY66" fmla="*/ 5889599 h 6857999"/>
              <a:gd name="connsiteX67" fmla="*/ 7862852 w 8733721"/>
              <a:gd name="connsiteY67" fmla="*/ 5989744 h 6857999"/>
              <a:gd name="connsiteX68" fmla="*/ 7834617 w 8733721"/>
              <a:gd name="connsiteY68" fmla="*/ 6084926 h 6857999"/>
              <a:gd name="connsiteX69" fmla="*/ 7830440 w 8733721"/>
              <a:gd name="connsiteY69" fmla="*/ 6346549 h 6857999"/>
              <a:gd name="connsiteX70" fmla="*/ 7828988 w 8733721"/>
              <a:gd name="connsiteY70" fmla="*/ 6527527 h 6857999"/>
              <a:gd name="connsiteX71" fmla="*/ 7833220 w 8733721"/>
              <a:gd name="connsiteY71" fmla="*/ 6627129 h 6857999"/>
              <a:gd name="connsiteX72" fmla="*/ 7833451 w 8733721"/>
              <a:gd name="connsiteY72" fmla="*/ 6694819 h 6857999"/>
              <a:gd name="connsiteX73" fmla="*/ 7859394 w 8733721"/>
              <a:gd name="connsiteY73" fmla="*/ 6765445 h 6857999"/>
              <a:gd name="connsiteX74" fmla="*/ 7866873 w 8733721"/>
              <a:gd name="connsiteY74" fmla="*/ 6844697 h 6857999"/>
              <a:gd name="connsiteX75" fmla="*/ 7868076 w 8733721"/>
              <a:gd name="connsiteY75" fmla="*/ 6857999 h 6857999"/>
              <a:gd name="connsiteX76" fmla="*/ 2920621 w 8733721"/>
              <a:gd name="connsiteY76" fmla="*/ 6857999 h 6857999"/>
              <a:gd name="connsiteX77" fmla="*/ 961321 w 8733721"/>
              <a:gd name="connsiteY77" fmla="*/ 6857999 h 6857999"/>
              <a:gd name="connsiteX78" fmla="*/ 0 w 8733721"/>
              <a:gd name="connsiteY78" fmla="*/ 6857999 h 6857999"/>
              <a:gd name="connsiteX79" fmla="*/ 0 w 8733721"/>
              <a:gd name="connsiteY79" fmla="*/ 0 h 6857999"/>
              <a:gd name="connsiteX0" fmla="*/ 0 w 8733721"/>
              <a:gd name="connsiteY0" fmla="*/ 0 h 6857999"/>
              <a:gd name="connsiteX1" fmla="*/ 961321 w 8733721"/>
              <a:gd name="connsiteY1" fmla="*/ 0 h 6857999"/>
              <a:gd name="connsiteX2" fmla="*/ 2920621 w 8733721"/>
              <a:gd name="connsiteY2" fmla="*/ 0 h 6857999"/>
              <a:gd name="connsiteX3" fmla="*/ 8733721 w 8733721"/>
              <a:gd name="connsiteY3" fmla="*/ 0 h 6857999"/>
              <a:gd name="connsiteX4" fmla="*/ 8733721 w 8733721"/>
              <a:gd name="connsiteY4" fmla="*/ 2 h 6857999"/>
              <a:gd name="connsiteX5" fmla="*/ 8236175 w 8733721"/>
              <a:gd name="connsiteY5" fmla="*/ 2 h 6857999"/>
              <a:gd name="connsiteX6" fmla="*/ 8231178 w 8733721"/>
              <a:gd name="connsiteY6" fmla="*/ 14562 h 6857999"/>
              <a:gd name="connsiteX7" fmla="*/ 8234773 w 8733721"/>
              <a:gd name="connsiteY7" fmla="*/ 59077 h 6857999"/>
              <a:gd name="connsiteX8" fmla="*/ 8227623 w 8733721"/>
              <a:gd name="connsiteY8" fmla="*/ 107668 h 6857999"/>
              <a:gd name="connsiteX9" fmla="*/ 8246150 w 8733721"/>
              <a:gd name="connsiteY9" fmla="*/ 246136 h 6857999"/>
              <a:gd name="connsiteX10" fmla="*/ 8224308 w 8733721"/>
              <a:gd name="connsiteY10" fmla="*/ 372908 h 6857999"/>
              <a:gd name="connsiteX11" fmla="*/ 8221687 w 8733721"/>
              <a:gd name="connsiteY11" fmla="*/ 450607 h 6857999"/>
              <a:gd name="connsiteX12" fmla="*/ 8232987 w 8733721"/>
              <a:gd name="connsiteY12" fmla="*/ 812800 h 6857999"/>
              <a:gd name="connsiteX13" fmla="*/ 8241364 w 8733721"/>
              <a:gd name="connsiteY13" fmla="*/ 912727 h 6857999"/>
              <a:gd name="connsiteX14" fmla="*/ 8240165 w 8733721"/>
              <a:gd name="connsiteY14" fmla="*/ 989950 h 6857999"/>
              <a:gd name="connsiteX15" fmla="*/ 8243561 w 8733721"/>
              <a:gd name="connsiteY15" fmla="*/ 1141745 h 6857999"/>
              <a:gd name="connsiteX16" fmla="*/ 8256144 w 8733721"/>
              <a:gd name="connsiteY16" fmla="*/ 1265454 h 6857999"/>
              <a:gd name="connsiteX17" fmla="*/ 8281494 w 8733721"/>
              <a:gd name="connsiteY17" fmla="*/ 1385480 h 6857999"/>
              <a:gd name="connsiteX18" fmla="*/ 8297877 w 8733721"/>
              <a:gd name="connsiteY18" fmla="*/ 1458060 h 6857999"/>
              <a:gd name="connsiteX19" fmla="*/ 8315502 w 8733721"/>
              <a:gd name="connsiteY19" fmla="*/ 1513175 h 6857999"/>
              <a:gd name="connsiteX20" fmla="*/ 8342335 w 8733721"/>
              <a:gd name="connsiteY20" fmla="*/ 1570809 h 6857999"/>
              <a:gd name="connsiteX21" fmla="*/ 8324762 w 8733721"/>
              <a:gd name="connsiteY21" fmla="*/ 1632434 h 6857999"/>
              <a:gd name="connsiteX22" fmla="*/ 8319231 w 8733721"/>
              <a:gd name="connsiteY22" fmla="*/ 1742490 h 6857999"/>
              <a:gd name="connsiteX23" fmla="*/ 8343694 w 8733721"/>
              <a:gd name="connsiteY23" fmla="*/ 1812272 h 6857999"/>
              <a:gd name="connsiteX24" fmla="*/ 8379488 w 8733721"/>
              <a:gd name="connsiteY24" fmla="*/ 1856766 h 6857999"/>
              <a:gd name="connsiteX25" fmla="*/ 8385055 w 8733721"/>
              <a:gd name="connsiteY25" fmla="*/ 1923433 h 6857999"/>
              <a:gd name="connsiteX26" fmla="*/ 8386906 w 8733721"/>
              <a:gd name="connsiteY26" fmla="*/ 1972204 h 6857999"/>
              <a:gd name="connsiteX27" fmla="*/ 8386681 w 8733721"/>
              <a:gd name="connsiteY27" fmla="*/ 2066205 h 6857999"/>
              <a:gd name="connsiteX28" fmla="*/ 8380052 w 8733721"/>
              <a:gd name="connsiteY28" fmla="*/ 2227417 h 6857999"/>
              <a:gd name="connsiteX29" fmla="*/ 8374483 w 8733721"/>
              <a:gd name="connsiteY29" fmla="*/ 2510933 h 6857999"/>
              <a:gd name="connsiteX30" fmla="*/ 8375191 w 8733721"/>
              <a:gd name="connsiteY30" fmla="*/ 2741866 h 6857999"/>
              <a:gd name="connsiteX31" fmla="*/ 8384389 w 8733721"/>
              <a:gd name="connsiteY31" fmla="*/ 2864935 h 6857999"/>
              <a:gd name="connsiteX32" fmla="*/ 8391822 w 8733721"/>
              <a:gd name="connsiteY32" fmla="*/ 2950807 h 6857999"/>
              <a:gd name="connsiteX33" fmla="*/ 8378111 w 8733721"/>
              <a:gd name="connsiteY33" fmla="*/ 2978246 h 6857999"/>
              <a:gd name="connsiteX34" fmla="*/ 8375025 w 8733721"/>
              <a:gd name="connsiteY34" fmla="*/ 2995916 h 6857999"/>
              <a:gd name="connsiteX35" fmla="*/ 8366764 w 8733721"/>
              <a:gd name="connsiteY35" fmla="*/ 2998648 h 6857999"/>
              <a:gd name="connsiteX36" fmla="*/ 8356827 w 8733721"/>
              <a:gd name="connsiteY36" fmla="*/ 3023630 h 6857999"/>
              <a:gd name="connsiteX37" fmla="*/ 8348883 w 8733721"/>
              <a:gd name="connsiteY37" fmla="*/ 3096975 h 6857999"/>
              <a:gd name="connsiteX38" fmla="*/ 8331320 w 8733721"/>
              <a:gd name="connsiteY38" fmla="*/ 3216657 h 6857999"/>
              <a:gd name="connsiteX39" fmla="*/ 8334250 w 8733721"/>
              <a:gd name="connsiteY39" fmla="*/ 3310980 h 6857999"/>
              <a:gd name="connsiteX40" fmla="*/ 8323018 w 8733721"/>
              <a:gd name="connsiteY40" fmla="*/ 3344725 h 6857999"/>
              <a:gd name="connsiteX41" fmla="*/ 8312317 w 8733721"/>
              <a:gd name="connsiteY41" fmla="*/ 3393250 h 6857999"/>
              <a:gd name="connsiteX42" fmla="*/ 8299110 w 8733721"/>
              <a:gd name="connsiteY42" fmla="*/ 3514536 h 6857999"/>
              <a:gd name="connsiteX43" fmla="*/ 8279421 w 8733721"/>
              <a:gd name="connsiteY43" fmla="*/ 3686149 h 6857999"/>
              <a:gd name="connsiteX44" fmla="*/ 8273021 w 8733721"/>
              <a:gd name="connsiteY44" fmla="*/ 3692208 h 6857999"/>
              <a:gd name="connsiteX45" fmla="*/ 8260968 w 8733721"/>
              <a:gd name="connsiteY45" fmla="*/ 3776022 h 6857999"/>
              <a:gd name="connsiteX46" fmla="*/ 8257071 w 8733721"/>
              <a:gd name="connsiteY46" fmla="*/ 3977138 h 6857999"/>
              <a:gd name="connsiteX47" fmla="*/ 8203359 w 8733721"/>
              <a:gd name="connsiteY47" fmla="*/ 4222149 h 6857999"/>
              <a:gd name="connsiteX48" fmla="*/ 8197502 w 8733721"/>
              <a:gd name="connsiteY48" fmla="*/ 4364683 h 6857999"/>
              <a:gd name="connsiteX49" fmla="*/ 8189960 w 8733721"/>
              <a:gd name="connsiteY49" fmla="*/ 4462471 h 6857999"/>
              <a:gd name="connsiteX50" fmla="*/ 8175156 w 8733721"/>
              <a:gd name="connsiteY50" fmla="*/ 4574052 h 6857999"/>
              <a:gd name="connsiteX51" fmla="*/ 8145454 w 8733721"/>
              <a:gd name="connsiteY51" fmla="*/ 4667756 h 6857999"/>
              <a:gd name="connsiteX52" fmla="*/ 8086875 w 8733721"/>
              <a:gd name="connsiteY52" fmla="*/ 4799019 h 6857999"/>
              <a:gd name="connsiteX53" fmla="*/ 8071779 w 8733721"/>
              <a:gd name="connsiteY53" fmla="*/ 4849614 h 6857999"/>
              <a:gd name="connsiteX54" fmla="*/ 8046521 w 8733721"/>
              <a:gd name="connsiteY54" fmla="*/ 4919971 h 6857999"/>
              <a:gd name="connsiteX55" fmla="*/ 7999171 w 8733721"/>
              <a:gd name="connsiteY55" fmla="*/ 5010766 h 6857999"/>
              <a:gd name="connsiteX56" fmla="*/ 7974494 w 8733721"/>
              <a:gd name="connsiteY56" fmla="*/ 5088190 h 6857999"/>
              <a:gd name="connsiteX57" fmla="*/ 7960017 w 8733721"/>
              <a:gd name="connsiteY57" fmla="*/ 5143922 h 6857999"/>
              <a:gd name="connsiteX58" fmla="*/ 7940570 w 8733721"/>
              <a:gd name="connsiteY58" fmla="*/ 5284346 h 6857999"/>
              <a:gd name="connsiteX59" fmla="*/ 7923844 w 8733721"/>
              <a:gd name="connsiteY59" fmla="*/ 5390948 h 6857999"/>
              <a:gd name="connsiteX60" fmla="*/ 7905061 w 8733721"/>
              <a:gd name="connsiteY60" fmla="*/ 5470854 h 6857999"/>
              <a:gd name="connsiteX61" fmla="*/ 7900574 w 8733721"/>
              <a:gd name="connsiteY61" fmla="*/ 5529643 h 6857999"/>
              <a:gd name="connsiteX62" fmla="*/ 7889879 w 8733721"/>
              <a:gd name="connsiteY62" fmla="*/ 5597292 h 6857999"/>
              <a:gd name="connsiteX63" fmla="*/ 7881533 w 8733721"/>
              <a:gd name="connsiteY63" fmla="*/ 5608899 h 6857999"/>
              <a:gd name="connsiteX64" fmla="*/ 7866845 w 8733721"/>
              <a:gd name="connsiteY64" fmla="*/ 5684911 h 6857999"/>
              <a:gd name="connsiteX65" fmla="*/ 7866707 w 8733721"/>
              <a:gd name="connsiteY65" fmla="*/ 5755776 h 6857999"/>
              <a:gd name="connsiteX66" fmla="*/ 7858630 w 8733721"/>
              <a:gd name="connsiteY66" fmla="*/ 5889599 h 6857999"/>
              <a:gd name="connsiteX67" fmla="*/ 7862852 w 8733721"/>
              <a:gd name="connsiteY67" fmla="*/ 5989744 h 6857999"/>
              <a:gd name="connsiteX68" fmla="*/ 7834617 w 8733721"/>
              <a:gd name="connsiteY68" fmla="*/ 6084926 h 6857999"/>
              <a:gd name="connsiteX69" fmla="*/ 7830440 w 8733721"/>
              <a:gd name="connsiteY69" fmla="*/ 6346549 h 6857999"/>
              <a:gd name="connsiteX70" fmla="*/ 7828988 w 8733721"/>
              <a:gd name="connsiteY70" fmla="*/ 6527527 h 6857999"/>
              <a:gd name="connsiteX71" fmla="*/ 7833220 w 8733721"/>
              <a:gd name="connsiteY71" fmla="*/ 6627129 h 6857999"/>
              <a:gd name="connsiteX72" fmla="*/ 7833451 w 8733721"/>
              <a:gd name="connsiteY72" fmla="*/ 6694819 h 6857999"/>
              <a:gd name="connsiteX73" fmla="*/ 7859394 w 8733721"/>
              <a:gd name="connsiteY73" fmla="*/ 6765445 h 6857999"/>
              <a:gd name="connsiteX74" fmla="*/ 7866873 w 8733721"/>
              <a:gd name="connsiteY74" fmla="*/ 6844697 h 6857999"/>
              <a:gd name="connsiteX75" fmla="*/ 7868076 w 8733721"/>
              <a:gd name="connsiteY75" fmla="*/ 6857999 h 6857999"/>
              <a:gd name="connsiteX76" fmla="*/ 2920621 w 8733721"/>
              <a:gd name="connsiteY76" fmla="*/ 6857999 h 6857999"/>
              <a:gd name="connsiteX77" fmla="*/ 961321 w 8733721"/>
              <a:gd name="connsiteY77" fmla="*/ 6857999 h 6857999"/>
              <a:gd name="connsiteX78" fmla="*/ 0 w 8733721"/>
              <a:gd name="connsiteY78" fmla="*/ 6857999 h 6857999"/>
              <a:gd name="connsiteX79" fmla="*/ 0 w 8733721"/>
              <a:gd name="connsiteY79" fmla="*/ 0 h 6857999"/>
              <a:gd name="connsiteX0" fmla="*/ 0 w 8733721"/>
              <a:gd name="connsiteY0" fmla="*/ 0 h 6857999"/>
              <a:gd name="connsiteX1" fmla="*/ 961321 w 8733721"/>
              <a:gd name="connsiteY1" fmla="*/ 0 h 6857999"/>
              <a:gd name="connsiteX2" fmla="*/ 2920621 w 8733721"/>
              <a:gd name="connsiteY2" fmla="*/ 0 h 6857999"/>
              <a:gd name="connsiteX3" fmla="*/ 8733721 w 8733721"/>
              <a:gd name="connsiteY3" fmla="*/ 0 h 6857999"/>
              <a:gd name="connsiteX4" fmla="*/ 8733721 w 8733721"/>
              <a:gd name="connsiteY4" fmla="*/ 2 h 6857999"/>
              <a:gd name="connsiteX5" fmla="*/ 8236175 w 8733721"/>
              <a:gd name="connsiteY5" fmla="*/ 2 h 6857999"/>
              <a:gd name="connsiteX6" fmla="*/ 8231178 w 8733721"/>
              <a:gd name="connsiteY6" fmla="*/ 14562 h 6857999"/>
              <a:gd name="connsiteX7" fmla="*/ 8234773 w 8733721"/>
              <a:gd name="connsiteY7" fmla="*/ 59077 h 6857999"/>
              <a:gd name="connsiteX8" fmla="*/ 8227623 w 8733721"/>
              <a:gd name="connsiteY8" fmla="*/ 107668 h 6857999"/>
              <a:gd name="connsiteX9" fmla="*/ 8246150 w 8733721"/>
              <a:gd name="connsiteY9" fmla="*/ 246136 h 6857999"/>
              <a:gd name="connsiteX10" fmla="*/ 8224308 w 8733721"/>
              <a:gd name="connsiteY10" fmla="*/ 372908 h 6857999"/>
              <a:gd name="connsiteX11" fmla="*/ 8221687 w 8733721"/>
              <a:gd name="connsiteY11" fmla="*/ 450607 h 6857999"/>
              <a:gd name="connsiteX12" fmla="*/ 8232987 w 8733721"/>
              <a:gd name="connsiteY12" fmla="*/ 812800 h 6857999"/>
              <a:gd name="connsiteX13" fmla="*/ 8241364 w 8733721"/>
              <a:gd name="connsiteY13" fmla="*/ 912727 h 6857999"/>
              <a:gd name="connsiteX14" fmla="*/ 8240165 w 8733721"/>
              <a:gd name="connsiteY14" fmla="*/ 989950 h 6857999"/>
              <a:gd name="connsiteX15" fmla="*/ 8243561 w 8733721"/>
              <a:gd name="connsiteY15" fmla="*/ 1141745 h 6857999"/>
              <a:gd name="connsiteX16" fmla="*/ 8256144 w 8733721"/>
              <a:gd name="connsiteY16" fmla="*/ 1265454 h 6857999"/>
              <a:gd name="connsiteX17" fmla="*/ 8281494 w 8733721"/>
              <a:gd name="connsiteY17" fmla="*/ 1385480 h 6857999"/>
              <a:gd name="connsiteX18" fmla="*/ 8297877 w 8733721"/>
              <a:gd name="connsiteY18" fmla="*/ 1458060 h 6857999"/>
              <a:gd name="connsiteX19" fmla="*/ 8315502 w 8733721"/>
              <a:gd name="connsiteY19" fmla="*/ 1513175 h 6857999"/>
              <a:gd name="connsiteX20" fmla="*/ 8342335 w 8733721"/>
              <a:gd name="connsiteY20" fmla="*/ 1570809 h 6857999"/>
              <a:gd name="connsiteX21" fmla="*/ 8324762 w 8733721"/>
              <a:gd name="connsiteY21" fmla="*/ 1632434 h 6857999"/>
              <a:gd name="connsiteX22" fmla="*/ 8319231 w 8733721"/>
              <a:gd name="connsiteY22" fmla="*/ 1742490 h 6857999"/>
              <a:gd name="connsiteX23" fmla="*/ 8343694 w 8733721"/>
              <a:gd name="connsiteY23" fmla="*/ 1812272 h 6857999"/>
              <a:gd name="connsiteX24" fmla="*/ 8379488 w 8733721"/>
              <a:gd name="connsiteY24" fmla="*/ 1856766 h 6857999"/>
              <a:gd name="connsiteX25" fmla="*/ 8385055 w 8733721"/>
              <a:gd name="connsiteY25" fmla="*/ 1923433 h 6857999"/>
              <a:gd name="connsiteX26" fmla="*/ 8386906 w 8733721"/>
              <a:gd name="connsiteY26" fmla="*/ 1972204 h 6857999"/>
              <a:gd name="connsiteX27" fmla="*/ 8386681 w 8733721"/>
              <a:gd name="connsiteY27" fmla="*/ 2066205 h 6857999"/>
              <a:gd name="connsiteX28" fmla="*/ 8380052 w 8733721"/>
              <a:gd name="connsiteY28" fmla="*/ 2227417 h 6857999"/>
              <a:gd name="connsiteX29" fmla="*/ 8374483 w 8733721"/>
              <a:gd name="connsiteY29" fmla="*/ 2510933 h 6857999"/>
              <a:gd name="connsiteX30" fmla="*/ 8375191 w 8733721"/>
              <a:gd name="connsiteY30" fmla="*/ 2741866 h 6857999"/>
              <a:gd name="connsiteX31" fmla="*/ 8384389 w 8733721"/>
              <a:gd name="connsiteY31" fmla="*/ 2864935 h 6857999"/>
              <a:gd name="connsiteX32" fmla="*/ 8391822 w 8733721"/>
              <a:gd name="connsiteY32" fmla="*/ 2950807 h 6857999"/>
              <a:gd name="connsiteX33" fmla="*/ 8378111 w 8733721"/>
              <a:gd name="connsiteY33" fmla="*/ 2978246 h 6857999"/>
              <a:gd name="connsiteX34" fmla="*/ 8375025 w 8733721"/>
              <a:gd name="connsiteY34" fmla="*/ 2995916 h 6857999"/>
              <a:gd name="connsiteX35" fmla="*/ 8366764 w 8733721"/>
              <a:gd name="connsiteY35" fmla="*/ 2998648 h 6857999"/>
              <a:gd name="connsiteX36" fmla="*/ 8356827 w 8733721"/>
              <a:gd name="connsiteY36" fmla="*/ 3023630 h 6857999"/>
              <a:gd name="connsiteX37" fmla="*/ 8348883 w 8733721"/>
              <a:gd name="connsiteY37" fmla="*/ 3096975 h 6857999"/>
              <a:gd name="connsiteX38" fmla="*/ 8331320 w 8733721"/>
              <a:gd name="connsiteY38" fmla="*/ 3216657 h 6857999"/>
              <a:gd name="connsiteX39" fmla="*/ 8334250 w 8733721"/>
              <a:gd name="connsiteY39" fmla="*/ 3310980 h 6857999"/>
              <a:gd name="connsiteX40" fmla="*/ 8323018 w 8733721"/>
              <a:gd name="connsiteY40" fmla="*/ 3344725 h 6857999"/>
              <a:gd name="connsiteX41" fmla="*/ 8312317 w 8733721"/>
              <a:gd name="connsiteY41" fmla="*/ 3393250 h 6857999"/>
              <a:gd name="connsiteX42" fmla="*/ 8299110 w 8733721"/>
              <a:gd name="connsiteY42" fmla="*/ 3514536 h 6857999"/>
              <a:gd name="connsiteX43" fmla="*/ 8279421 w 8733721"/>
              <a:gd name="connsiteY43" fmla="*/ 3686149 h 6857999"/>
              <a:gd name="connsiteX44" fmla="*/ 8273021 w 8733721"/>
              <a:gd name="connsiteY44" fmla="*/ 3692208 h 6857999"/>
              <a:gd name="connsiteX45" fmla="*/ 8260968 w 8733721"/>
              <a:gd name="connsiteY45" fmla="*/ 3776022 h 6857999"/>
              <a:gd name="connsiteX46" fmla="*/ 8209415 w 8733721"/>
              <a:gd name="connsiteY46" fmla="*/ 4060536 h 6857999"/>
              <a:gd name="connsiteX47" fmla="*/ 8203359 w 8733721"/>
              <a:gd name="connsiteY47" fmla="*/ 4222149 h 6857999"/>
              <a:gd name="connsiteX48" fmla="*/ 8197502 w 8733721"/>
              <a:gd name="connsiteY48" fmla="*/ 4364683 h 6857999"/>
              <a:gd name="connsiteX49" fmla="*/ 8189960 w 8733721"/>
              <a:gd name="connsiteY49" fmla="*/ 4462471 h 6857999"/>
              <a:gd name="connsiteX50" fmla="*/ 8175156 w 8733721"/>
              <a:gd name="connsiteY50" fmla="*/ 4574052 h 6857999"/>
              <a:gd name="connsiteX51" fmla="*/ 8145454 w 8733721"/>
              <a:gd name="connsiteY51" fmla="*/ 4667756 h 6857999"/>
              <a:gd name="connsiteX52" fmla="*/ 8086875 w 8733721"/>
              <a:gd name="connsiteY52" fmla="*/ 4799019 h 6857999"/>
              <a:gd name="connsiteX53" fmla="*/ 8071779 w 8733721"/>
              <a:gd name="connsiteY53" fmla="*/ 4849614 h 6857999"/>
              <a:gd name="connsiteX54" fmla="*/ 8046521 w 8733721"/>
              <a:gd name="connsiteY54" fmla="*/ 4919971 h 6857999"/>
              <a:gd name="connsiteX55" fmla="*/ 7999171 w 8733721"/>
              <a:gd name="connsiteY55" fmla="*/ 5010766 h 6857999"/>
              <a:gd name="connsiteX56" fmla="*/ 7974494 w 8733721"/>
              <a:gd name="connsiteY56" fmla="*/ 5088190 h 6857999"/>
              <a:gd name="connsiteX57" fmla="*/ 7960017 w 8733721"/>
              <a:gd name="connsiteY57" fmla="*/ 5143922 h 6857999"/>
              <a:gd name="connsiteX58" fmla="*/ 7940570 w 8733721"/>
              <a:gd name="connsiteY58" fmla="*/ 5284346 h 6857999"/>
              <a:gd name="connsiteX59" fmla="*/ 7923844 w 8733721"/>
              <a:gd name="connsiteY59" fmla="*/ 5390948 h 6857999"/>
              <a:gd name="connsiteX60" fmla="*/ 7905061 w 8733721"/>
              <a:gd name="connsiteY60" fmla="*/ 5470854 h 6857999"/>
              <a:gd name="connsiteX61" fmla="*/ 7900574 w 8733721"/>
              <a:gd name="connsiteY61" fmla="*/ 5529643 h 6857999"/>
              <a:gd name="connsiteX62" fmla="*/ 7889879 w 8733721"/>
              <a:gd name="connsiteY62" fmla="*/ 5597292 h 6857999"/>
              <a:gd name="connsiteX63" fmla="*/ 7881533 w 8733721"/>
              <a:gd name="connsiteY63" fmla="*/ 5608899 h 6857999"/>
              <a:gd name="connsiteX64" fmla="*/ 7866845 w 8733721"/>
              <a:gd name="connsiteY64" fmla="*/ 5684911 h 6857999"/>
              <a:gd name="connsiteX65" fmla="*/ 7866707 w 8733721"/>
              <a:gd name="connsiteY65" fmla="*/ 5755776 h 6857999"/>
              <a:gd name="connsiteX66" fmla="*/ 7858630 w 8733721"/>
              <a:gd name="connsiteY66" fmla="*/ 5889599 h 6857999"/>
              <a:gd name="connsiteX67" fmla="*/ 7862852 w 8733721"/>
              <a:gd name="connsiteY67" fmla="*/ 5989744 h 6857999"/>
              <a:gd name="connsiteX68" fmla="*/ 7834617 w 8733721"/>
              <a:gd name="connsiteY68" fmla="*/ 6084926 h 6857999"/>
              <a:gd name="connsiteX69" fmla="*/ 7830440 w 8733721"/>
              <a:gd name="connsiteY69" fmla="*/ 6346549 h 6857999"/>
              <a:gd name="connsiteX70" fmla="*/ 7828988 w 8733721"/>
              <a:gd name="connsiteY70" fmla="*/ 6527527 h 6857999"/>
              <a:gd name="connsiteX71" fmla="*/ 7833220 w 8733721"/>
              <a:gd name="connsiteY71" fmla="*/ 6627129 h 6857999"/>
              <a:gd name="connsiteX72" fmla="*/ 7833451 w 8733721"/>
              <a:gd name="connsiteY72" fmla="*/ 6694819 h 6857999"/>
              <a:gd name="connsiteX73" fmla="*/ 7859394 w 8733721"/>
              <a:gd name="connsiteY73" fmla="*/ 6765445 h 6857999"/>
              <a:gd name="connsiteX74" fmla="*/ 7866873 w 8733721"/>
              <a:gd name="connsiteY74" fmla="*/ 6844697 h 6857999"/>
              <a:gd name="connsiteX75" fmla="*/ 7868076 w 8733721"/>
              <a:gd name="connsiteY75" fmla="*/ 6857999 h 6857999"/>
              <a:gd name="connsiteX76" fmla="*/ 2920621 w 8733721"/>
              <a:gd name="connsiteY76" fmla="*/ 6857999 h 6857999"/>
              <a:gd name="connsiteX77" fmla="*/ 961321 w 8733721"/>
              <a:gd name="connsiteY77" fmla="*/ 6857999 h 6857999"/>
              <a:gd name="connsiteX78" fmla="*/ 0 w 8733721"/>
              <a:gd name="connsiteY78" fmla="*/ 6857999 h 6857999"/>
              <a:gd name="connsiteX79" fmla="*/ 0 w 8733721"/>
              <a:gd name="connsiteY79" fmla="*/ 0 h 6857999"/>
              <a:gd name="connsiteX0" fmla="*/ 0 w 8733721"/>
              <a:gd name="connsiteY0" fmla="*/ 0 h 6857999"/>
              <a:gd name="connsiteX1" fmla="*/ 961321 w 8733721"/>
              <a:gd name="connsiteY1" fmla="*/ 0 h 6857999"/>
              <a:gd name="connsiteX2" fmla="*/ 2920621 w 8733721"/>
              <a:gd name="connsiteY2" fmla="*/ 0 h 6857999"/>
              <a:gd name="connsiteX3" fmla="*/ 8733721 w 8733721"/>
              <a:gd name="connsiteY3" fmla="*/ 0 h 6857999"/>
              <a:gd name="connsiteX4" fmla="*/ 8733721 w 8733721"/>
              <a:gd name="connsiteY4" fmla="*/ 2 h 6857999"/>
              <a:gd name="connsiteX5" fmla="*/ 8236175 w 8733721"/>
              <a:gd name="connsiteY5" fmla="*/ 2 h 6857999"/>
              <a:gd name="connsiteX6" fmla="*/ 8231178 w 8733721"/>
              <a:gd name="connsiteY6" fmla="*/ 14562 h 6857999"/>
              <a:gd name="connsiteX7" fmla="*/ 8234773 w 8733721"/>
              <a:gd name="connsiteY7" fmla="*/ 59077 h 6857999"/>
              <a:gd name="connsiteX8" fmla="*/ 8227623 w 8733721"/>
              <a:gd name="connsiteY8" fmla="*/ 107668 h 6857999"/>
              <a:gd name="connsiteX9" fmla="*/ 8246150 w 8733721"/>
              <a:gd name="connsiteY9" fmla="*/ 246136 h 6857999"/>
              <a:gd name="connsiteX10" fmla="*/ 8224308 w 8733721"/>
              <a:gd name="connsiteY10" fmla="*/ 372908 h 6857999"/>
              <a:gd name="connsiteX11" fmla="*/ 8221687 w 8733721"/>
              <a:gd name="connsiteY11" fmla="*/ 450607 h 6857999"/>
              <a:gd name="connsiteX12" fmla="*/ 8232987 w 8733721"/>
              <a:gd name="connsiteY12" fmla="*/ 812800 h 6857999"/>
              <a:gd name="connsiteX13" fmla="*/ 8241364 w 8733721"/>
              <a:gd name="connsiteY13" fmla="*/ 912727 h 6857999"/>
              <a:gd name="connsiteX14" fmla="*/ 8240165 w 8733721"/>
              <a:gd name="connsiteY14" fmla="*/ 989950 h 6857999"/>
              <a:gd name="connsiteX15" fmla="*/ 8243561 w 8733721"/>
              <a:gd name="connsiteY15" fmla="*/ 1141745 h 6857999"/>
              <a:gd name="connsiteX16" fmla="*/ 8256144 w 8733721"/>
              <a:gd name="connsiteY16" fmla="*/ 1265454 h 6857999"/>
              <a:gd name="connsiteX17" fmla="*/ 8281494 w 8733721"/>
              <a:gd name="connsiteY17" fmla="*/ 1385480 h 6857999"/>
              <a:gd name="connsiteX18" fmla="*/ 8297877 w 8733721"/>
              <a:gd name="connsiteY18" fmla="*/ 1458060 h 6857999"/>
              <a:gd name="connsiteX19" fmla="*/ 8315502 w 8733721"/>
              <a:gd name="connsiteY19" fmla="*/ 1513175 h 6857999"/>
              <a:gd name="connsiteX20" fmla="*/ 8342335 w 8733721"/>
              <a:gd name="connsiteY20" fmla="*/ 1570809 h 6857999"/>
              <a:gd name="connsiteX21" fmla="*/ 8324762 w 8733721"/>
              <a:gd name="connsiteY21" fmla="*/ 1632434 h 6857999"/>
              <a:gd name="connsiteX22" fmla="*/ 8319231 w 8733721"/>
              <a:gd name="connsiteY22" fmla="*/ 1742490 h 6857999"/>
              <a:gd name="connsiteX23" fmla="*/ 8343694 w 8733721"/>
              <a:gd name="connsiteY23" fmla="*/ 1812272 h 6857999"/>
              <a:gd name="connsiteX24" fmla="*/ 8379488 w 8733721"/>
              <a:gd name="connsiteY24" fmla="*/ 1856766 h 6857999"/>
              <a:gd name="connsiteX25" fmla="*/ 8385055 w 8733721"/>
              <a:gd name="connsiteY25" fmla="*/ 1923433 h 6857999"/>
              <a:gd name="connsiteX26" fmla="*/ 8386906 w 8733721"/>
              <a:gd name="connsiteY26" fmla="*/ 1972204 h 6857999"/>
              <a:gd name="connsiteX27" fmla="*/ 8386681 w 8733721"/>
              <a:gd name="connsiteY27" fmla="*/ 2066205 h 6857999"/>
              <a:gd name="connsiteX28" fmla="*/ 8380052 w 8733721"/>
              <a:gd name="connsiteY28" fmla="*/ 2227417 h 6857999"/>
              <a:gd name="connsiteX29" fmla="*/ 8374483 w 8733721"/>
              <a:gd name="connsiteY29" fmla="*/ 2510933 h 6857999"/>
              <a:gd name="connsiteX30" fmla="*/ 8375191 w 8733721"/>
              <a:gd name="connsiteY30" fmla="*/ 2741866 h 6857999"/>
              <a:gd name="connsiteX31" fmla="*/ 8384389 w 8733721"/>
              <a:gd name="connsiteY31" fmla="*/ 2864935 h 6857999"/>
              <a:gd name="connsiteX32" fmla="*/ 8391822 w 8733721"/>
              <a:gd name="connsiteY32" fmla="*/ 2950807 h 6857999"/>
              <a:gd name="connsiteX33" fmla="*/ 8378111 w 8733721"/>
              <a:gd name="connsiteY33" fmla="*/ 2978246 h 6857999"/>
              <a:gd name="connsiteX34" fmla="*/ 8375025 w 8733721"/>
              <a:gd name="connsiteY34" fmla="*/ 2995916 h 6857999"/>
              <a:gd name="connsiteX35" fmla="*/ 8366764 w 8733721"/>
              <a:gd name="connsiteY35" fmla="*/ 2998648 h 6857999"/>
              <a:gd name="connsiteX36" fmla="*/ 8356827 w 8733721"/>
              <a:gd name="connsiteY36" fmla="*/ 3023630 h 6857999"/>
              <a:gd name="connsiteX37" fmla="*/ 8348883 w 8733721"/>
              <a:gd name="connsiteY37" fmla="*/ 3096975 h 6857999"/>
              <a:gd name="connsiteX38" fmla="*/ 8331320 w 8733721"/>
              <a:gd name="connsiteY38" fmla="*/ 3216657 h 6857999"/>
              <a:gd name="connsiteX39" fmla="*/ 8334250 w 8733721"/>
              <a:gd name="connsiteY39" fmla="*/ 3310980 h 6857999"/>
              <a:gd name="connsiteX40" fmla="*/ 8323018 w 8733721"/>
              <a:gd name="connsiteY40" fmla="*/ 3344725 h 6857999"/>
              <a:gd name="connsiteX41" fmla="*/ 8312317 w 8733721"/>
              <a:gd name="connsiteY41" fmla="*/ 3393250 h 6857999"/>
              <a:gd name="connsiteX42" fmla="*/ 8299110 w 8733721"/>
              <a:gd name="connsiteY42" fmla="*/ 3514536 h 6857999"/>
              <a:gd name="connsiteX43" fmla="*/ 8279421 w 8733721"/>
              <a:gd name="connsiteY43" fmla="*/ 3686149 h 6857999"/>
              <a:gd name="connsiteX44" fmla="*/ 8273021 w 8733721"/>
              <a:gd name="connsiteY44" fmla="*/ 3692208 h 6857999"/>
              <a:gd name="connsiteX45" fmla="*/ 8260968 w 8733721"/>
              <a:gd name="connsiteY45" fmla="*/ 3776022 h 6857999"/>
              <a:gd name="connsiteX46" fmla="*/ 8209415 w 8733721"/>
              <a:gd name="connsiteY46" fmla="*/ 4060536 h 6857999"/>
              <a:gd name="connsiteX47" fmla="*/ 8203359 w 8733721"/>
              <a:gd name="connsiteY47" fmla="*/ 4222149 h 6857999"/>
              <a:gd name="connsiteX48" fmla="*/ 8197502 w 8733721"/>
              <a:gd name="connsiteY48" fmla="*/ 4364683 h 6857999"/>
              <a:gd name="connsiteX49" fmla="*/ 8189960 w 8733721"/>
              <a:gd name="connsiteY49" fmla="*/ 4462471 h 6857999"/>
              <a:gd name="connsiteX50" fmla="*/ 8175156 w 8733721"/>
              <a:gd name="connsiteY50" fmla="*/ 4574052 h 6857999"/>
              <a:gd name="connsiteX51" fmla="*/ 8127583 w 8733721"/>
              <a:gd name="connsiteY51" fmla="*/ 4649885 h 6857999"/>
              <a:gd name="connsiteX52" fmla="*/ 8086875 w 8733721"/>
              <a:gd name="connsiteY52" fmla="*/ 4799019 h 6857999"/>
              <a:gd name="connsiteX53" fmla="*/ 8071779 w 8733721"/>
              <a:gd name="connsiteY53" fmla="*/ 4849614 h 6857999"/>
              <a:gd name="connsiteX54" fmla="*/ 8046521 w 8733721"/>
              <a:gd name="connsiteY54" fmla="*/ 4919971 h 6857999"/>
              <a:gd name="connsiteX55" fmla="*/ 7999171 w 8733721"/>
              <a:gd name="connsiteY55" fmla="*/ 5010766 h 6857999"/>
              <a:gd name="connsiteX56" fmla="*/ 7974494 w 8733721"/>
              <a:gd name="connsiteY56" fmla="*/ 5088190 h 6857999"/>
              <a:gd name="connsiteX57" fmla="*/ 7960017 w 8733721"/>
              <a:gd name="connsiteY57" fmla="*/ 5143922 h 6857999"/>
              <a:gd name="connsiteX58" fmla="*/ 7940570 w 8733721"/>
              <a:gd name="connsiteY58" fmla="*/ 5284346 h 6857999"/>
              <a:gd name="connsiteX59" fmla="*/ 7923844 w 8733721"/>
              <a:gd name="connsiteY59" fmla="*/ 5390948 h 6857999"/>
              <a:gd name="connsiteX60" fmla="*/ 7905061 w 8733721"/>
              <a:gd name="connsiteY60" fmla="*/ 5470854 h 6857999"/>
              <a:gd name="connsiteX61" fmla="*/ 7900574 w 8733721"/>
              <a:gd name="connsiteY61" fmla="*/ 5529643 h 6857999"/>
              <a:gd name="connsiteX62" fmla="*/ 7889879 w 8733721"/>
              <a:gd name="connsiteY62" fmla="*/ 5597292 h 6857999"/>
              <a:gd name="connsiteX63" fmla="*/ 7881533 w 8733721"/>
              <a:gd name="connsiteY63" fmla="*/ 5608899 h 6857999"/>
              <a:gd name="connsiteX64" fmla="*/ 7866845 w 8733721"/>
              <a:gd name="connsiteY64" fmla="*/ 5684911 h 6857999"/>
              <a:gd name="connsiteX65" fmla="*/ 7866707 w 8733721"/>
              <a:gd name="connsiteY65" fmla="*/ 5755776 h 6857999"/>
              <a:gd name="connsiteX66" fmla="*/ 7858630 w 8733721"/>
              <a:gd name="connsiteY66" fmla="*/ 5889599 h 6857999"/>
              <a:gd name="connsiteX67" fmla="*/ 7862852 w 8733721"/>
              <a:gd name="connsiteY67" fmla="*/ 5989744 h 6857999"/>
              <a:gd name="connsiteX68" fmla="*/ 7834617 w 8733721"/>
              <a:gd name="connsiteY68" fmla="*/ 6084926 h 6857999"/>
              <a:gd name="connsiteX69" fmla="*/ 7830440 w 8733721"/>
              <a:gd name="connsiteY69" fmla="*/ 6346549 h 6857999"/>
              <a:gd name="connsiteX70" fmla="*/ 7828988 w 8733721"/>
              <a:gd name="connsiteY70" fmla="*/ 6527527 h 6857999"/>
              <a:gd name="connsiteX71" fmla="*/ 7833220 w 8733721"/>
              <a:gd name="connsiteY71" fmla="*/ 6627129 h 6857999"/>
              <a:gd name="connsiteX72" fmla="*/ 7833451 w 8733721"/>
              <a:gd name="connsiteY72" fmla="*/ 6694819 h 6857999"/>
              <a:gd name="connsiteX73" fmla="*/ 7859394 w 8733721"/>
              <a:gd name="connsiteY73" fmla="*/ 6765445 h 6857999"/>
              <a:gd name="connsiteX74" fmla="*/ 7866873 w 8733721"/>
              <a:gd name="connsiteY74" fmla="*/ 6844697 h 6857999"/>
              <a:gd name="connsiteX75" fmla="*/ 7868076 w 8733721"/>
              <a:gd name="connsiteY75" fmla="*/ 6857999 h 6857999"/>
              <a:gd name="connsiteX76" fmla="*/ 2920621 w 8733721"/>
              <a:gd name="connsiteY76" fmla="*/ 6857999 h 6857999"/>
              <a:gd name="connsiteX77" fmla="*/ 961321 w 8733721"/>
              <a:gd name="connsiteY77" fmla="*/ 6857999 h 6857999"/>
              <a:gd name="connsiteX78" fmla="*/ 0 w 8733721"/>
              <a:gd name="connsiteY78" fmla="*/ 6857999 h 6857999"/>
              <a:gd name="connsiteX79" fmla="*/ 0 w 8733721"/>
              <a:gd name="connsiteY79" fmla="*/ 0 h 6857999"/>
              <a:gd name="connsiteX0" fmla="*/ 0 w 8733721"/>
              <a:gd name="connsiteY0" fmla="*/ 0 h 6857999"/>
              <a:gd name="connsiteX1" fmla="*/ 961321 w 8733721"/>
              <a:gd name="connsiteY1" fmla="*/ 0 h 6857999"/>
              <a:gd name="connsiteX2" fmla="*/ 2920621 w 8733721"/>
              <a:gd name="connsiteY2" fmla="*/ 0 h 6857999"/>
              <a:gd name="connsiteX3" fmla="*/ 8733721 w 8733721"/>
              <a:gd name="connsiteY3" fmla="*/ 0 h 6857999"/>
              <a:gd name="connsiteX4" fmla="*/ 8733721 w 8733721"/>
              <a:gd name="connsiteY4" fmla="*/ 2 h 6857999"/>
              <a:gd name="connsiteX5" fmla="*/ 8236175 w 8733721"/>
              <a:gd name="connsiteY5" fmla="*/ 2 h 6857999"/>
              <a:gd name="connsiteX6" fmla="*/ 8231178 w 8733721"/>
              <a:gd name="connsiteY6" fmla="*/ 14562 h 6857999"/>
              <a:gd name="connsiteX7" fmla="*/ 8234773 w 8733721"/>
              <a:gd name="connsiteY7" fmla="*/ 59077 h 6857999"/>
              <a:gd name="connsiteX8" fmla="*/ 8227623 w 8733721"/>
              <a:gd name="connsiteY8" fmla="*/ 107668 h 6857999"/>
              <a:gd name="connsiteX9" fmla="*/ 8246150 w 8733721"/>
              <a:gd name="connsiteY9" fmla="*/ 246136 h 6857999"/>
              <a:gd name="connsiteX10" fmla="*/ 8224308 w 8733721"/>
              <a:gd name="connsiteY10" fmla="*/ 372908 h 6857999"/>
              <a:gd name="connsiteX11" fmla="*/ 8221687 w 8733721"/>
              <a:gd name="connsiteY11" fmla="*/ 450607 h 6857999"/>
              <a:gd name="connsiteX12" fmla="*/ 8232987 w 8733721"/>
              <a:gd name="connsiteY12" fmla="*/ 812800 h 6857999"/>
              <a:gd name="connsiteX13" fmla="*/ 8241364 w 8733721"/>
              <a:gd name="connsiteY13" fmla="*/ 912727 h 6857999"/>
              <a:gd name="connsiteX14" fmla="*/ 8240165 w 8733721"/>
              <a:gd name="connsiteY14" fmla="*/ 989950 h 6857999"/>
              <a:gd name="connsiteX15" fmla="*/ 8243561 w 8733721"/>
              <a:gd name="connsiteY15" fmla="*/ 1141745 h 6857999"/>
              <a:gd name="connsiteX16" fmla="*/ 8256144 w 8733721"/>
              <a:gd name="connsiteY16" fmla="*/ 1265454 h 6857999"/>
              <a:gd name="connsiteX17" fmla="*/ 8281494 w 8733721"/>
              <a:gd name="connsiteY17" fmla="*/ 1385480 h 6857999"/>
              <a:gd name="connsiteX18" fmla="*/ 8297877 w 8733721"/>
              <a:gd name="connsiteY18" fmla="*/ 1458060 h 6857999"/>
              <a:gd name="connsiteX19" fmla="*/ 8315502 w 8733721"/>
              <a:gd name="connsiteY19" fmla="*/ 1513175 h 6857999"/>
              <a:gd name="connsiteX20" fmla="*/ 8342335 w 8733721"/>
              <a:gd name="connsiteY20" fmla="*/ 1570809 h 6857999"/>
              <a:gd name="connsiteX21" fmla="*/ 8324762 w 8733721"/>
              <a:gd name="connsiteY21" fmla="*/ 1632434 h 6857999"/>
              <a:gd name="connsiteX22" fmla="*/ 8319231 w 8733721"/>
              <a:gd name="connsiteY22" fmla="*/ 1742490 h 6857999"/>
              <a:gd name="connsiteX23" fmla="*/ 8343694 w 8733721"/>
              <a:gd name="connsiteY23" fmla="*/ 1812272 h 6857999"/>
              <a:gd name="connsiteX24" fmla="*/ 8379488 w 8733721"/>
              <a:gd name="connsiteY24" fmla="*/ 1856766 h 6857999"/>
              <a:gd name="connsiteX25" fmla="*/ 8385055 w 8733721"/>
              <a:gd name="connsiteY25" fmla="*/ 1923433 h 6857999"/>
              <a:gd name="connsiteX26" fmla="*/ 8386906 w 8733721"/>
              <a:gd name="connsiteY26" fmla="*/ 1972204 h 6857999"/>
              <a:gd name="connsiteX27" fmla="*/ 8386681 w 8733721"/>
              <a:gd name="connsiteY27" fmla="*/ 2066205 h 6857999"/>
              <a:gd name="connsiteX28" fmla="*/ 8380052 w 8733721"/>
              <a:gd name="connsiteY28" fmla="*/ 2227417 h 6857999"/>
              <a:gd name="connsiteX29" fmla="*/ 8374483 w 8733721"/>
              <a:gd name="connsiteY29" fmla="*/ 2510933 h 6857999"/>
              <a:gd name="connsiteX30" fmla="*/ 8375191 w 8733721"/>
              <a:gd name="connsiteY30" fmla="*/ 2741866 h 6857999"/>
              <a:gd name="connsiteX31" fmla="*/ 8384389 w 8733721"/>
              <a:gd name="connsiteY31" fmla="*/ 2864935 h 6857999"/>
              <a:gd name="connsiteX32" fmla="*/ 8391822 w 8733721"/>
              <a:gd name="connsiteY32" fmla="*/ 2950807 h 6857999"/>
              <a:gd name="connsiteX33" fmla="*/ 8378111 w 8733721"/>
              <a:gd name="connsiteY33" fmla="*/ 2978246 h 6857999"/>
              <a:gd name="connsiteX34" fmla="*/ 8375025 w 8733721"/>
              <a:gd name="connsiteY34" fmla="*/ 2995916 h 6857999"/>
              <a:gd name="connsiteX35" fmla="*/ 8366764 w 8733721"/>
              <a:gd name="connsiteY35" fmla="*/ 2998648 h 6857999"/>
              <a:gd name="connsiteX36" fmla="*/ 8356827 w 8733721"/>
              <a:gd name="connsiteY36" fmla="*/ 3023630 h 6857999"/>
              <a:gd name="connsiteX37" fmla="*/ 8348883 w 8733721"/>
              <a:gd name="connsiteY37" fmla="*/ 3096975 h 6857999"/>
              <a:gd name="connsiteX38" fmla="*/ 8331320 w 8733721"/>
              <a:gd name="connsiteY38" fmla="*/ 3216657 h 6857999"/>
              <a:gd name="connsiteX39" fmla="*/ 8334250 w 8733721"/>
              <a:gd name="connsiteY39" fmla="*/ 3310980 h 6857999"/>
              <a:gd name="connsiteX40" fmla="*/ 8323018 w 8733721"/>
              <a:gd name="connsiteY40" fmla="*/ 3344725 h 6857999"/>
              <a:gd name="connsiteX41" fmla="*/ 8312317 w 8733721"/>
              <a:gd name="connsiteY41" fmla="*/ 3393250 h 6857999"/>
              <a:gd name="connsiteX42" fmla="*/ 8299110 w 8733721"/>
              <a:gd name="connsiteY42" fmla="*/ 3514536 h 6857999"/>
              <a:gd name="connsiteX43" fmla="*/ 8279421 w 8733721"/>
              <a:gd name="connsiteY43" fmla="*/ 3686149 h 6857999"/>
              <a:gd name="connsiteX44" fmla="*/ 8273021 w 8733721"/>
              <a:gd name="connsiteY44" fmla="*/ 3692208 h 6857999"/>
              <a:gd name="connsiteX45" fmla="*/ 8260968 w 8733721"/>
              <a:gd name="connsiteY45" fmla="*/ 3776022 h 6857999"/>
              <a:gd name="connsiteX46" fmla="*/ 8209415 w 8733721"/>
              <a:gd name="connsiteY46" fmla="*/ 4060536 h 6857999"/>
              <a:gd name="connsiteX47" fmla="*/ 8203359 w 8733721"/>
              <a:gd name="connsiteY47" fmla="*/ 4222149 h 6857999"/>
              <a:gd name="connsiteX48" fmla="*/ 8197502 w 8733721"/>
              <a:gd name="connsiteY48" fmla="*/ 4364683 h 6857999"/>
              <a:gd name="connsiteX49" fmla="*/ 8189960 w 8733721"/>
              <a:gd name="connsiteY49" fmla="*/ 4462471 h 6857999"/>
              <a:gd name="connsiteX50" fmla="*/ 8157285 w 8733721"/>
              <a:gd name="connsiteY50" fmla="*/ 4526395 h 6857999"/>
              <a:gd name="connsiteX51" fmla="*/ 8127583 w 8733721"/>
              <a:gd name="connsiteY51" fmla="*/ 4649885 h 6857999"/>
              <a:gd name="connsiteX52" fmla="*/ 8086875 w 8733721"/>
              <a:gd name="connsiteY52" fmla="*/ 4799019 h 6857999"/>
              <a:gd name="connsiteX53" fmla="*/ 8071779 w 8733721"/>
              <a:gd name="connsiteY53" fmla="*/ 4849614 h 6857999"/>
              <a:gd name="connsiteX54" fmla="*/ 8046521 w 8733721"/>
              <a:gd name="connsiteY54" fmla="*/ 4919971 h 6857999"/>
              <a:gd name="connsiteX55" fmla="*/ 7999171 w 8733721"/>
              <a:gd name="connsiteY55" fmla="*/ 5010766 h 6857999"/>
              <a:gd name="connsiteX56" fmla="*/ 7974494 w 8733721"/>
              <a:gd name="connsiteY56" fmla="*/ 5088190 h 6857999"/>
              <a:gd name="connsiteX57" fmla="*/ 7960017 w 8733721"/>
              <a:gd name="connsiteY57" fmla="*/ 5143922 h 6857999"/>
              <a:gd name="connsiteX58" fmla="*/ 7940570 w 8733721"/>
              <a:gd name="connsiteY58" fmla="*/ 5284346 h 6857999"/>
              <a:gd name="connsiteX59" fmla="*/ 7923844 w 8733721"/>
              <a:gd name="connsiteY59" fmla="*/ 5390948 h 6857999"/>
              <a:gd name="connsiteX60" fmla="*/ 7905061 w 8733721"/>
              <a:gd name="connsiteY60" fmla="*/ 5470854 h 6857999"/>
              <a:gd name="connsiteX61" fmla="*/ 7900574 w 8733721"/>
              <a:gd name="connsiteY61" fmla="*/ 5529643 h 6857999"/>
              <a:gd name="connsiteX62" fmla="*/ 7889879 w 8733721"/>
              <a:gd name="connsiteY62" fmla="*/ 5597292 h 6857999"/>
              <a:gd name="connsiteX63" fmla="*/ 7881533 w 8733721"/>
              <a:gd name="connsiteY63" fmla="*/ 5608899 h 6857999"/>
              <a:gd name="connsiteX64" fmla="*/ 7866845 w 8733721"/>
              <a:gd name="connsiteY64" fmla="*/ 5684911 h 6857999"/>
              <a:gd name="connsiteX65" fmla="*/ 7866707 w 8733721"/>
              <a:gd name="connsiteY65" fmla="*/ 5755776 h 6857999"/>
              <a:gd name="connsiteX66" fmla="*/ 7858630 w 8733721"/>
              <a:gd name="connsiteY66" fmla="*/ 5889599 h 6857999"/>
              <a:gd name="connsiteX67" fmla="*/ 7862852 w 8733721"/>
              <a:gd name="connsiteY67" fmla="*/ 5989744 h 6857999"/>
              <a:gd name="connsiteX68" fmla="*/ 7834617 w 8733721"/>
              <a:gd name="connsiteY68" fmla="*/ 6084926 h 6857999"/>
              <a:gd name="connsiteX69" fmla="*/ 7830440 w 8733721"/>
              <a:gd name="connsiteY69" fmla="*/ 6346549 h 6857999"/>
              <a:gd name="connsiteX70" fmla="*/ 7828988 w 8733721"/>
              <a:gd name="connsiteY70" fmla="*/ 6527527 h 6857999"/>
              <a:gd name="connsiteX71" fmla="*/ 7833220 w 8733721"/>
              <a:gd name="connsiteY71" fmla="*/ 6627129 h 6857999"/>
              <a:gd name="connsiteX72" fmla="*/ 7833451 w 8733721"/>
              <a:gd name="connsiteY72" fmla="*/ 6694819 h 6857999"/>
              <a:gd name="connsiteX73" fmla="*/ 7859394 w 8733721"/>
              <a:gd name="connsiteY73" fmla="*/ 6765445 h 6857999"/>
              <a:gd name="connsiteX74" fmla="*/ 7866873 w 8733721"/>
              <a:gd name="connsiteY74" fmla="*/ 6844697 h 6857999"/>
              <a:gd name="connsiteX75" fmla="*/ 7868076 w 8733721"/>
              <a:gd name="connsiteY75" fmla="*/ 6857999 h 6857999"/>
              <a:gd name="connsiteX76" fmla="*/ 2920621 w 8733721"/>
              <a:gd name="connsiteY76" fmla="*/ 6857999 h 6857999"/>
              <a:gd name="connsiteX77" fmla="*/ 961321 w 8733721"/>
              <a:gd name="connsiteY77" fmla="*/ 6857999 h 6857999"/>
              <a:gd name="connsiteX78" fmla="*/ 0 w 8733721"/>
              <a:gd name="connsiteY78" fmla="*/ 6857999 h 6857999"/>
              <a:gd name="connsiteX79" fmla="*/ 0 w 8733721"/>
              <a:gd name="connsiteY79" fmla="*/ 0 h 6857999"/>
              <a:gd name="connsiteX0" fmla="*/ 0 w 8733721"/>
              <a:gd name="connsiteY0" fmla="*/ 0 h 6857999"/>
              <a:gd name="connsiteX1" fmla="*/ 961321 w 8733721"/>
              <a:gd name="connsiteY1" fmla="*/ 0 h 6857999"/>
              <a:gd name="connsiteX2" fmla="*/ 2920621 w 8733721"/>
              <a:gd name="connsiteY2" fmla="*/ 0 h 6857999"/>
              <a:gd name="connsiteX3" fmla="*/ 8733721 w 8733721"/>
              <a:gd name="connsiteY3" fmla="*/ 0 h 6857999"/>
              <a:gd name="connsiteX4" fmla="*/ 8236175 w 8733721"/>
              <a:gd name="connsiteY4" fmla="*/ 2 h 6857999"/>
              <a:gd name="connsiteX5" fmla="*/ 8231178 w 8733721"/>
              <a:gd name="connsiteY5" fmla="*/ 14562 h 6857999"/>
              <a:gd name="connsiteX6" fmla="*/ 8234773 w 8733721"/>
              <a:gd name="connsiteY6" fmla="*/ 59077 h 6857999"/>
              <a:gd name="connsiteX7" fmla="*/ 8227623 w 8733721"/>
              <a:gd name="connsiteY7" fmla="*/ 107668 h 6857999"/>
              <a:gd name="connsiteX8" fmla="*/ 8246150 w 8733721"/>
              <a:gd name="connsiteY8" fmla="*/ 246136 h 6857999"/>
              <a:gd name="connsiteX9" fmla="*/ 8224308 w 8733721"/>
              <a:gd name="connsiteY9" fmla="*/ 372908 h 6857999"/>
              <a:gd name="connsiteX10" fmla="*/ 8221687 w 8733721"/>
              <a:gd name="connsiteY10" fmla="*/ 450607 h 6857999"/>
              <a:gd name="connsiteX11" fmla="*/ 8232987 w 8733721"/>
              <a:gd name="connsiteY11" fmla="*/ 812800 h 6857999"/>
              <a:gd name="connsiteX12" fmla="*/ 8241364 w 8733721"/>
              <a:gd name="connsiteY12" fmla="*/ 912727 h 6857999"/>
              <a:gd name="connsiteX13" fmla="*/ 8240165 w 8733721"/>
              <a:gd name="connsiteY13" fmla="*/ 989950 h 6857999"/>
              <a:gd name="connsiteX14" fmla="*/ 8243561 w 8733721"/>
              <a:gd name="connsiteY14" fmla="*/ 1141745 h 6857999"/>
              <a:gd name="connsiteX15" fmla="*/ 8256144 w 8733721"/>
              <a:gd name="connsiteY15" fmla="*/ 1265454 h 6857999"/>
              <a:gd name="connsiteX16" fmla="*/ 8281494 w 8733721"/>
              <a:gd name="connsiteY16" fmla="*/ 1385480 h 6857999"/>
              <a:gd name="connsiteX17" fmla="*/ 8297877 w 8733721"/>
              <a:gd name="connsiteY17" fmla="*/ 1458060 h 6857999"/>
              <a:gd name="connsiteX18" fmla="*/ 8315502 w 8733721"/>
              <a:gd name="connsiteY18" fmla="*/ 1513175 h 6857999"/>
              <a:gd name="connsiteX19" fmla="*/ 8342335 w 8733721"/>
              <a:gd name="connsiteY19" fmla="*/ 1570809 h 6857999"/>
              <a:gd name="connsiteX20" fmla="*/ 8324762 w 8733721"/>
              <a:gd name="connsiteY20" fmla="*/ 1632434 h 6857999"/>
              <a:gd name="connsiteX21" fmla="*/ 8319231 w 8733721"/>
              <a:gd name="connsiteY21" fmla="*/ 1742490 h 6857999"/>
              <a:gd name="connsiteX22" fmla="*/ 8343694 w 8733721"/>
              <a:gd name="connsiteY22" fmla="*/ 1812272 h 6857999"/>
              <a:gd name="connsiteX23" fmla="*/ 8379488 w 8733721"/>
              <a:gd name="connsiteY23" fmla="*/ 1856766 h 6857999"/>
              <a:gd name="connsiteX24" fmla="*/ 8385055 w 8733721"/>
              <a:gd name="connsiteY24" fmla="*/ 1923433 h 6857999"/>
              <a:gd name="connsiteX25" fmla="*/ 8386906 w 8733721"/>
              <a:gd name="connsiteY25" fmla="*/ 1972204 h 6857999"/>
              <a:gd name="connsiteX26" fmla="*/ 8386681 w 8733721"/>
              <a:gd name="connsiteY26" fmla="*/ 2066205 h 6857999"/>
              <a:gd name="connsiteX27" fmla="*/ 8380052 w 8733721"/>
              <a:gd name="connsiteY27" fmla="*/ 2227417 h 6857999"/>
              <a:gd name="connsiteX28" fmla="*/ 8374483 w 8733721"/>
              <a:gd name="connsiteY28" fmla="*/ 2510933 h 6857999"/>
              <a:gd name="connsiteX29" fmla="*/ 8375191 w 8733721"/>
              <a:gd name="connsiteY29" fmla="*/ 2741866 h 6857999"/>
              <a:gd name="connsiteX30" fmla="*/ 8384389 w 8733721"/>
              <a:gd name="connsiteY30" fmla="*/ 2864935 h 6857999"/>
              <a:gd name="connsiteX31" fmla="*/ 8391822 w 8733721"/>
              <a:gd name="connsiteY31" fmla="*/ 2950807 h 6857999"/>
              <a:gd name="connsiteX32" fmla="*/ 8378111 w 8733721"/>
              <a:gd name="connsiteY32" fmla="*/ 2978246 h 6857999"/>
              <a:gd name="connsiteX33" fmla="*/ 8375025 w 8733721"/>
              <a:gd name="connsiteY33" fmla="*/ 2995916 h 6857999"/>
              <a:gd name="connsiteX34" fmla="*/ 8366764 w 8733721"/>
              <a:gd name="connsiteY34" fmla="*/ 2998648 h 6857999"/>
              <a:gd name="connsiteX35" fmla="*/ 8356827 w 8733721"/>
              <a:gd name="connsiteY35" fmla="*/ 3023630 h 6857999"/>
              <a:gd name="connsiteX36" fmla="*/ 8348883 w 8733721"/>
              <a:gd name="connsiteY36" fmla="*/ 3096975 h 6857999"/>
              <a:gd name="connsiteX37" fmla="*/ 8331320 w 8733721"/>
              <a:gd name="connsiteY37" fmla="*/ 3216657 h 6857999"/>
              <a:gd name="connsiteX38" fmla="*/ 8334250 w 8733721"/>
              <a:gd name="connsiteY38" fmla="*/ 3310980 h 6857999"/>
              <a:gd name="connsiteX39" fmla="*/ 8323018 w 8733721"/>
              <a:gd name="connsiteY39" fmla="*/ 3344725 h 6857999"/>
              <a:gd name="connsiteX40" fmla="*/ 8312317 w 8733721"/>
              <a:gd name="connsiteY40" fmla="*/ 3393250 h 6857999"/>
              <a:gd name="connsiteX41" fmla="*/ 8299110 w 8733721"/>
              <a:gd name="connsiteY41" fmla="*/ 3514536 h 6857999"/>
              <a:gd name="connsiteX42" fmla="*/ 8279421 w 8733721"/>
              <a:gd name="connsiteY42" fmla="*/ 3686149 h 6857999"/>
              <a:gd name="connsiteX43" fmla="*/ 8273021 w 8733721"/>
              <a:gd name="connsiteY43" fmla="*/ 3692208 h 6857999"/>
              <a:gd name="connsiteX44" fmla="*/ 8260968 w 8733721"/>
              <a:gd name="connsiteY44" fmla="*/ 3776022 h 6857999"/>
              <a:gd name="connsiteX45" fmla="*/ 8209415 w 8733721"/>
              <a:gd name="connsiteY45" fmla="*/ 4060536 h 6857999"/>
              <a:gd name="connsiteX46" fmla="*/ 8203359 w 8733721"/>
              <a:gd name="connsiteY46" fmla="*/ 4222149 h 6857999"/>
              <a:gd name="connsiteX47" fmla="*/ 8197502 w 8733721"/>
              <a:gd name="connsiteY47" fmla="*/ 4364683 h 6857999"/>
              <a:gd name="connsiteX48" fmla="*/ 8189960 w 8733721"/>
              <a:gd name="connsiteY48" fmla="*/ 4462471 h 6857999"/>
              <a:gd name="connsiteX49" fmla="*/ 8157285 w 8733721"/>
              <a:gd name="connsiteY49" fmla="*/ 4526395 h 6857999"/>
              <a:gd name="connsiteX50" fmla="*/ 8127583 w 8733721"/>
              <a:gd name="connsiteY50" fmla="*/ 4649885 h 6857999"/>
              <a:gd name="connsiteX51" fmla="*/ 8086875 w 8733721"/>
              <a:gd name="connsiteY51" fmla="*/ 4799019 h 6857999"/>
              <a:gd name="connsiteX52" fmla="*/ 8071779 w 8733721"/>
              <a:gd name="connsiteY52" fmla="*/ 4849614 h 6857999"/>
              <a:gd name="connsiteX53" fmla="*/ 8046521 w 8733721"/>
              <a:gd name="connsiteY53" fmla="*/ 4919971 h 6857999"/>
              <a:gd name="connsiteX54" fmla="*/ 7999171 w 8733721"/>
              <a:gd name="connsiteY54" fmla="*/ 5010766 h 6857999"/>
              <a:gd name="connsiteX55" fmla="*/ 7974494 w 8733721"/>
              <a:gd name="connsiteY55" fmla="*/ 5088190 h 6857999"/>
              <a:gd name="connsiteX56" fmla="*/ 7960017 w 8733721"/>
              <a:gd name="connsiteY56" fmla="*/ 5143922 h 6857999"/>
              <a:gd name="connsiteX57" fmla="*/ 7940570 w 8733721"/>
              <a:gd name="connsiteY57" fmla="*/ 5284346 h 6857999"/>
              <a:gd name="connsiteX58" fmla="*/ 7923844 w 8733721"/>
              <a:gd name="connsiteY58" fmla="*/ 5390948 h 6857999"/>
              <a:gd name="connsiteX59" fmla="*/ 7905061 w 8733721"/>
              <a:gd name="connsiteY59" fmla="*/ 5470854 h 6857999"/>
              <a:gd name="connsiteX60" fmla="*/ 7900574 w 8733721"/>
              <a:gd name="connsiteY60" fmla="*/ 5529643 h 6857999"/>
              <a:gd name="connsiteX61" fmla="*/ 7889879 w 8733721"/>
              <a:gd name="connsiteY61" fmla="*/ 5597292 h 6857999"/>
              <a:gd name="connsiteX62" fmla="*/ 7881533 w 8733721"/>
              <a:gd name="connsiteY62" fmla="*/ 5608899 h 6857999"/>
              <a:gd name="connsiteX63" fmla="*/ 7866845 w 8733721"/>
              <a:gd name="connsiteY63" fmla="*/ 5684911 h 6857999"/>
              <a:gd name="connsiteX64" fmla="*/ 7866707 w 8733721"/>
              <a:gd name="connsiteY64" fmla="*/ 5755776 h 6857999"/>
              <a:gd name="connsiteX65" fmla="*/ 7858630 w 8733721"/>
              <a:gd name="connsiteY65" fmla="*/ 5889599 h 6857999"/>
              <a:gd name="connsiteX66" fmla="*/ 7862852 w 8733721"/>
              <a:gd name="connsiteY66" fmla="*/ 5989744 h 6857999"/>
              <a:gd name="connsiteX67" fmla="*/ 7834617 w 8733721"/>
              <a:gd name="connsiteY67" fmla="*/ 6084926 h 6857999"/>
              <a:gd name="connsiteX68" fmla="*/ 7830440 w 8733721"/>
              <a:gd name="connsiteY68" fmla="*/ 6346549 h 6857999"/>
              <a:gd name="connsiteX69" fmla="*/ 7828988 w 8733721"/>
              <a:gd name="connsiteY69" fmla="*/ 6527527 h 6857999"/>
              <a:gd name="connsiteX70" fmla="*/ 7833220 w 8733721"/>
              <a:gd name="connsiteY70" fmla="*/ 6627129 h 6857999"/>
              <a:gd name="connsiteX71" fmla="*/ 7833451 w 8733721"/>
              <a:gd name="connsiteY71" fmla="*/ 6694819 h 6857999"/>
              <a:gd name="connsiteX72" fmla="*/ 7859394 w 8733721"/>
              <a:gd name="connsiteY72" fmla="*/ 6765445 h 6857999"/>
              <a:gd name="connsiteX73" fmla="*/ 7866873 w 8733721"/>
              <a:gd name="connsiteY73" fmla="*/ 6844697 h 6857999"/>
              <a:gd name="connsiteX74" fmla="*/ 7868076 w 8733721"/>
              <a:gd name="connsiteY74" fmla="*/ 6857999 h 6857999"/>
              <a:gd name="connsiteX75" fmla="*/ 2920621 w 8733721"/>
              <a:gd name="connsiteY75" fmla="*/ 6857999 h 6857999"/>
              <a:gd name="connsiteX76" fmla="*/ 961321 w 8733721"/>
              <a:gd name="connsiteY76" fmla="*/ 6857999 h 6857999"/>
              <a:gd name="connsiteX77" fmla="*/ 0 w 8733721"/>
              <a:gd name="connsiteY77" fmla="*/ 6857999 h 6857999"/>
              <a:gd name="connsiteX78" fmla="*/ 0 w 8733721"/>
              <a:gd name="connsiteY78" fmla="*/ 0 h 6857999"/>
              <a:gd name="connsiteX0" fmla="*/ 0 w 8394178"/>
              <a:gd name="connsiteY0" fmla="*/ 0 h 6857999"/>
              <a:gd name="connsiteX1" fmla="*/ 961321 w 8394178"/>
              <a:gd name="connsiteY1" fmla="*/ 0 h 6857999"/>
              <a:gd name="connsiteX2" fmla="*/ 2920621 w 8394178"/>
              <a:gd name="connsiteY2" fmla="*/ 0 h 6857999"/>
              <a:gd name="connsiteX3" fmla="*/ 8236175 w 8394178"/>
              <a:gd name="connsiteY3" fmla="*/ 2 h 6857999"/>
              <a:gd name="connsiteX4" fmla="*/ 8231178 w 8394178"/>
              <a:gd name="connsiteY4" fmla="*/ 14562 h 6857999"/>
              <a:gd name="connsiteX5" fmla="*/ 8234773 w 8394178"/>
              <a:gd name="connsiteY5" fmla="*/ 59077 h 6857999"/>
              <a:gd name="connsiteX6" fmla="*/ 8227623 w 8394178"/>
              <a:gd name="connsiteY6" fmla="*/ 107668 h 6857999"/>
              <a:gd name="connsiteX7" fmla="*/ 8246150 w 8394178"/>
              <a:gd name="connsiteY7" fmla="*/ 246136 h 6857999"/>
              <a:gd name="connsiteX8" fmla="*/ 8224308 w 8394178"/>
              <a:gd name="connsiteY8" fmla="*/ 372908 h 6857999"/>
              <a:gd name="connsiteX9" fmla="*/ 8221687 w 8394178"/>
              <a:gd name="connsiteY9" fmla="*/ 450607 h 6857999"/>
              <a:gd name="connsiteX10" fmla="*/ 8232987 w 8394178"/>
              <a:gd name="connsiteY10" fmla="*/ 812800 h 6857999"/>
              <a:gd name="connsiteX11" fmla="*/ 8241364 w 8394178"/>
              <a:gd name="connsiteY11" fmla="*/ 912727 h 6857999"/>
              <a:gd name="connsiteX12" fmla="*/ 8240165 w 8394178"/>
              <a:gd name="connsiteY12" fmla="*/ 989950 h 6857999"/>
              <a:gd name="connsiteX13" fmla="*/ 8243561 w 8394178"/>
              <a:gd name="connsiteY13" fmla="*/ 1141745 h 6857999"/>
              <a:gd name="connsiteX14" fmla="*/ 8256144 w 8394178"/>
              <a:gd name="connsiteY14" fmla="*/ 1265454 h 6857999"/>
              <a:gd name="connsiteX15" fmla="*/ 8281494 w 8394178"/>
              <a:gd name="connsiteY15" fmla="*/ 1385480 h 6857999"/>
              <a:gd name="connsiteX16" fmla="*/ 8297877 w 8394178"/>
              <a:gd name="connsiteY16" fmla="*/ 1458060 h 6857999"/>
              <a:gd name="connsiteX17" fmla="*/ 8315502 w 8394178"/>
              <a:gd name="connsiteY17" fmla="*/ 1513175 h 6857999"/>
              <a:gd name="connsiteX18" fmla="*/ 8342335 w 8394178"/>
              <a:gd name="connsiteY18" fmla="*/ 1570809 h 6857999"/>
              <a:gd name="connsiteX19" fmla="*/ 8324762 w 8394178"/>
              <a:gd name="connsiteY19" fmla="*/ 1632434 h 6857999"/>
              <a:gd name="connsiteX20" fmla="*/ 8319231 w 8394178"/>
              <a:gd name="connsiteY20" fmla="*/ 1742490 h 6857999"/>
              <a:gd name="connsiteX21" fmla="*/ 8343694 w 8394178"/>
              <a:gd name="connsiteY21" fmla="*/ 1812272 h 6857999"/>
              <a:gd name="connsiteX22" fmla="*/ 8379488 w 8394178"/>
              <a:gd name="connsiteY22" fmla="*/ 1856766 h 6857999"/>
              <a:gd name="connsiteX23" fmla="*/ 8385055 w 8394178"/>
              <a:gd name="connsiteY23" fmla="*/ 1923433 h 6857999"/>
              <a:gd name="connsiteX24" fmla="*/ 8386906 w 8394178"/>
              <a:gd name="connsiteY24" fmla="*/ 1972204 h 6857999"/>
              <a:gd name="connsiteX25" fmla="*/ 8386681 w 8394178"/>
              <a:gd name="connsiteY25" fmla="*/ 2066205 h 6857999"/>
              <a:gd name="connsiteX26" fmla="*/ 8380052 w 8394178"/>
              <a:gd name="connsiteY26" fmla="*/ 2227417 h 6857999"/>
              <a:gd name="connsiteX27" fmla="*/ 8374483 w 8394178"/>
              <a:gd name="connsiteY27" fmla="*/ 2510933 h 6857999"/>
              <a:gd name="connsiteX28" fmla="*/ 8375191 w 8394178"/>
              <a:gd name="connsiteY28" fmla="*/ 2741866 h 6857999"/>
              <a:gd name="connsiteX29" fmla="*/ 8384389 w 8394178"/>
              <a:gd name="connsiteY29" fmla="*/ 2864935 h 6857999"/>
              <a:gd name="connsiteX30" fmla="*/ 8391822 w 8394178"/>
              <a:gd name="connsiteY30" fmla="*/ 2950807 h 6857999"/>
              <a:gd name="connsiteX31" fmla="*/ 8378111 w 8394178"/>
              <a:gd name="connsiteY31" fmla="*/ 2978246 h 6857999"/>
              <a:gd name="connsiteX32" fmla="*/ 8375025 w 8394178"/>
              <a:gd name="connsiteY32" fmla="*/ 2995916 h 6857999"/>
              <a:gd name="connsiteX33" fmla="*/ 8366764 w 8394178"/>
              <a:gd name="connsiteY33" fmla="*/ 2998648 h 6857999"/>
              <a:gd name="connsiteX34" fmla="*/ 8356827 w 8394178"/>
              <a:gd name="connsiteY34" fmla="*/ 3023630 h 6857999"/>
              <a:gd name="connsiteX35" fmla="*/ 8348883 w 8394178"/>
              <a:gd name="connsiteY35" fmla="*/ 3096975 h 6857999"/>
              <a:gd name="connsiteX36" fmla="*/ 8331320 w 8394178"/>
              <a:gd name="connsiteY36" fmla="*/ 3216657 h 6857999"/>
              <a:gd name="connsiteX37" fmla="*/ 8334250 w 8394178"/>
              <a:gd name="connsiteY37" fmla="*/ 3310980 h 6857999"/>
              <a:gd name="connsiteX38" fmla="*/ 8323018 w 8394178"/>
              <a:gd name="connsiteY38" fmla="*/ 3344725 h 6857999"/>
              <a:gd name="connsiteX39" fmla="*/ 8312317 w 8394178"/>
              <a:gd name="connsiteY39" fmla="*/ 3393250 h 6857999"/>
              <a:gd name="connsiteX40" fmla="*/ 8299110 w 8394178"/>
              <a:gd name="connsiteY40" fmla="*/ 3514536 h 6857999"/>
              <a:gd name="connsiteX41" fmla="*/ 8279421 w 8394178"/>
              <a:gd name="connsiteY41" fmla="*/ 3686149 h 6857999"/>
              <a:gd name="connsiteX42" fmla="*/ 8273021 w 8394178"/>
              <a:gd name="connsiteY42" fmla="*/ 3692208 h 6857999"/>
              <a:gd name="connsiteX43" fmla="*/ 8260968 w 8394178"/>
              <a:gd name="connsiteY43" fmla="*/ 3776022 h 6857999"/>
              <a:gd name="connsiteX44" fmla="*/ 8209415 w 8394178"/>
              <a:gd name="connsiteY44" fmla="*/ 4060536 h 6857999"/>
              <a:gd name="connsiteX45" fmla="*/ 8203359 w 8394178"/>
              <a:gd name="connsiteY45" fmla="*/ 4222149 h 6857999"/>
              <a:gd name="connsiteX46" fmla="*/ 8197502 w 8394178"/>
              <a:gd name="connsiteY46" fmla="*/ 4364683 h 6857999"/>
              <a:gd name="connsiteX47" fmla="*/ 8189960 w 8394178"/>
              <a:gd name="connsiteY47" fmla="*/ 4462471 h 6857999"/>
              <a:gd name="connsiteX48" fmla="*/ 8157285 w 8394178"/>
              <a:gd name="connsiteY48" fmla="*/ 4526395 h 6857999"/>
              <a:gd name="connsiteX49" fmla="*/ 8127583 w 8394178"/>
              <a:gd name="connsiteY49" fmla="*/ 4649885 h 6857999"/>
              <a:gd name="connsiteX50" fmla="*/ 8086875 w 8394178"/>
              <a:gd name="connsiteY50" fmla="*/ 4799019 h 6857999"/>
              <a:gd name="connsiteX51" fmla="*/ 8071779 w 8394178"/>
              <a:gd name="connsiteY51" fmla="*/ 4849614 h 6857999"/>
              <a:gd name="connsiteX52" fmla="*/ 8046521 w 8394178"/>
              <a:gd name="connsiteY52" fmla="*/ 4919971 h 6857999"/>
              <a:gd name="connsiteX53" fmla="*/ 7999171 w 8394178"/>
              <a:gd name="connsiteY53" fmla="*/ 5010766 h 6857999"/>
              <a:gd name="connsiteX54" fmla="*/ 7974494 w 8394178"/>
              <a:gd name="connsiteY54" fmla="*/ 5088190 h 6857999"/>
              <a:gd name="connsiteX55" fmla="*/ 7960017 w 8394178"/>
              <a:gd name="connsiteY55" fmla="*/ 5143922 h 6857999"/>
              <a:gd name="connsiteX56" fmla="*/ 7940570 w 8394178"/>
              <a:gd name="connsiteY56" fmla="*/ 5284346 h 6857999"/>
              <a:gd name="connsiteX57" fmla="*/ 7923844 w 8394178"/>
              <a:gd name="connsiteY57" fmla="*/ 5390948 h 6857999"/>
              <a:gd name="connsiteX58" fmla="*/ 7905061 w 8394178"/>
              <a:gd name="connsiteY58" fmla="*/ 5470854 h 6857999"/>
              <a:gd name="connsiteX59" fmla="*/ 7900574 w 8394178"/>
              <a:gd name="connsiteY59" fmla="*/ 5529643 h 6857999"/>
              <a:gd name="connsiteX60" fmla="*/ 7889879 w 8394178"/>
              <a:gd name="connsiteY60" fmla="*/ 5597292 h 6857999"/>
              <a:gd name="connsiteX61" fmla="*/ 7881533 w 8394178"/>
              <a:gd name="connsiteY61" fmla="*/ 5608899 h 6857999"/>
              <a:gd name="connsiteX62" fmla="*/ 7866845 w 8394178"/>
              <a:gd name="connsiteY62" fmla="*/ 5684911 h 6857999"/>
              <a:gd name="connsiteX63" fmla="*/ 7866707 w 8394178"/>
              <a:gd name="connsiteY63" fmla="*/ 5755776 h 6857999"/>
              <a:gd name="connsiteX64" fmla="*/ 7858630 w 8394178"/>
              <a:gd name="connsiteY64" fmla="*/ 5889599 h 6857999"/>
              <a:gd name="connsiteX65" fmla="*/ 7862852 w 8394178"/>
              <a:gd name="connsiteY65" fmla="*/ 5989744 h 6857999"/>
              <a:gd name="connsiteX66" fmla="*/ 7834617 w 8394178"/>
              <a:gd name="connsiteY66" fmla="*/ 6084926 h 6857999"/>
              <a:gd name="connsiteX67" fmla="*/ 7830440 w 8394178"/>
              <a:gd name="connsiteY67" fmla="*/ 6346549 h 6857999"/>
              <a:gd name="connsiteX68" fmla="*/ 7828988 w 8394178"/>
              <a:gd name="connsiteY68" fmla="*/ 6527527 h 6857999"/>
              <a:gd name="connsiteX69" fmla="*/ 7833220 w 8394178"/>
              <a:gd name="connsiteY69" fmla="*/ 6627129 h 6857999"/>
              <a:gd name="connsiteX70" fmla="*/ 7833451 w 8394178"/>
              <a:gd name="connsiteY70" fmla="*/ 6694819 h 6857999"/>
              <a:gd name="connsiteX71" fmla="*/ 7859394 w 8394178"/>
              <a:gd name="connsiteY71" fmla="*/ 6765445 h 6857999"/>
              <a:gd name="connsiteX72" fmla="*/ 7866873 w 8394178"/>
              <a:gd name="connsiteY72" fmla="*/ 6844697 h 6857999"/>
              <a:gd name="connsiteX73" fmla="*/ 7868076 w 8394178"/>
              <a:gd name="connsiteY73" fmla="*/ 6857999 h 6857999"/>
              <a:gd name="connsiteX74" fmla="*/ 2920621 w 8394178"/>
              <a:gd name="connsiteY74" fmla="*/ 6857999 h 6857999"/>
              <a:gd name="connsiteX75" fmla="*/ 961321 w 8394178"/>
              <a:gd name="connsiteY75" fmla="*/ 6857999 h 6857999"/>
              <a:gd name="connsiteX76" fmla="*/ 0 w 8394178"/>
              <a:gd name="connsiteY76" fmla="*/ 6857999 h 6857999"/>
              <a:gd name="connsiteX77" fmla="*/ 0 w 8394178"/>
              <a:gd name="connsiteY77" fmla="*/ 0 h 6857999"/>
              <a:gd name="connsiteX0" fmla="*/ 0 w 8394178"/>
              <a:gd name="connsiteY0" fmla="*/ 0 h 6857999"/>
              <a:gd name="connsiteX1" fmla="*/ 961321 w 8394178"/>
              <a:gd name="connsiteY1" fmla="*/ 0 h 6857999"/>
              <a:gd name="connsiteX2" fmla="*/ 8236175 w 8394178"/>
              <a:gd name="connsiteY2" fmla="*/ 2 h 6857999"/>
              <a:gd name="connsiteX3" fmla="*/ 8231178 w 8394178"/>
              <a:gd name="connsiteY3" fmla="*/ 14562 h 6857999"/>
              <a:gd name="connsiteX4" fmla="*/ 8234773 w 8394178"/>
              <a:gd name="connsiteY4" fmla="*/ 59077 h 6857999"/>
              <a:gd name="connsiteX5" fmla="*/ 8227623 w 8394178"/>
              <a:gd name="connsiteY5" fmla="*/ 107668 h 6857999"/>
              <a:gd name="connsiteX6" fmla="*/ 8246150 w 8394178"/>
              <a:gd name="connsiteY6" fmla="*/ 246136 h 6857999"/>
              <a:gd name="connsiteX7" fmla="*/ 8224308 w 8394178"/>
              <a:gd name="connsiteY7" fmla="*/ 372908 h 6857999"/>
              <a:gd name="connsiteX8" fmla="*/ 8221687 w 8394178"/>
              <a:gd name="connsiteY8" fmla="*/ 450607 h 6857999"/>
              <a:gd name="connsiteX9" fmla="*/ 8232987 w 8394178"/>
              <a:gd name="connsiteY9" fmla="*/ 812800 h 6857999"/>
              <a:gd name="connsiteX10" fmla="*/ 8241364 w 8394178"/>
              <a:gd name="connsiteY10" fmla="*/ 912727 h 6857999"/>
              <a:gd name="connsiteX11" fmla="*/ 8240165 w 8394178"/>
              <a:gd name="connsiteY11" fmla="*/ 989950 h 6857999"/>
              <a:gd name="connsiteX12" fmla="*/ 8243561 w 8394178"/>
              <a:gd name="connsiteY12" fmla="*/ 1141745 h 6857999"/>
              <a:gd name="connsiteX13" fmla="*/ 8256144 w 8394178"/>
              <a:gd name="connsiteY13" fmla="*/ 1265454 h 6857999"/>
              <a:gd name="connsiteX14" fmla="*/ 8281494 w 8394178"/>
              <a:gd name="connsiteY14" fmla="*/ 1385480 h 6857999"/>
              <a:gd name="connsiteX15" fmla="*/ 8297877 w 8394178"/>
              <a:gd name="connsiteY15" fmla="*/ 1458060 h 6857999"/>
              <a:gd name="connsiteX16" fmla="*/ 8315502 w 8394178"/>
              <a:gd name="connsiteY16" fmla="*/ 1513175 h 6857999"/>
              <a:gd name="connsiteX17" fmla="*/ 8342335 w 8394178"/>
              <a:gd name="connsiteY17" fmla="*/ 1570809 h 6857999"/>
              <a:gd name="connsiteX18" fmla="*/ 8324762 w 8394178"/>
              <a:gd name="connsiteY18" fmla="*/ 1632434 h 6857999"/>
              <a:gd name="connsiteX19" fmla="*/ 8319231 w 8394178"/>
              <a:gd name="connsiteY19" fmla="*/ 1742490 h 6857999"/>
              <a:gd name="connsiteX20" fmla="*/ 8343694 w 8394178"/>
              <a:gd name="connsiteY20" fmla="*/ 1812272 h 6857999"/>
              <a:gd name="connsiteX21" fmla="*/ 8379488 w 8394178"/>
              <a:gd name="connsiteY21" fmla="*/ 1856766 h 6857999"/>
              <a:gd name="connsiteX22" fmla="*/ 8385055 w 8394178"/>
              <a:gd name="connsiteY22" fmla="*/ 1923433 h 6857999"/>
              <a:gd name="connsiteX23" fmla="*/ 8386906 w 8394178"/>
              <a:gd name="connsiteY23" fmla="*/ 1972204 h 6857999"/>
              <a:gd name="connsiteX24" fmla="*/ 8386681 w 8394178"/>
              <a:gd name="connsiteY24" fmla="*/ 2066205 h 6857999"/>
              <a:gd name="connsiteX25" fmla="*/ 8380052 w 8394178"/>
              <a:gd name="connsiteY25" fmla="*/ 2227417 h 6857999"/>
              <a:gd name="connsiteX26" fmla="*/ 8374483 w 8394178"/>
              <a:gd name="connsiteY26" fmla="*/ 2510933 h 6857999"/>
              <a:gd name="connsiteX27" fmla="*/ 8375191 w 8394178"/>
              <a:gd name="connsiteY27" fmla="*/ 2741866 h 6857999"/>
              <a:gd name="connsiteX28" fmla="*/ 8384389 w 8394178"/>
              <a:gd name="connsiteY28" fmla="*/ 2864935 h 6857999"/>
              <a:gd name="connsiteX29" fmla="*/ 8391822 w 8394178"/>
              <a:gd name="connsiteY29" fmla="*/ 2950807 h 6857999"/>
              <a:gd name="connsiteX30" fmla="*/ 8378111 w 8394178"/>
              <a:gd name="connsiteY30" fmla="*/ 2978246 h 6857999"/>
              <a:gd name="connsiteX31" fmla="*/ 8375025 w 8394178"/>
              <a:gd name="connsiteY31" fmla="*/ 2995916 h 6857999"/>
              <a:gd name="connsiteX32" fmla="*/ 8366764 w 8394178"/>
              <a:gd name="connsiteY32" fmla="*/ 2998648 h 6857999"/>
              <a:gd name="connsiteX33" fmla="*/ 8356827 w 8394178"/>
              <a:gd name="connsiteY33" fmla="*/ 3023630 h 6857999"/>
              <a:gd name="connsiteX34" fmla="*/ 8348883 w 8394178"/>
              <a:gd name="connsiteY34" fmla="*/ 3096975 h 6857999"/>
              <a:gd name="connsiteX35" fmla="*/ 8331320 w 8394178"/>
              <a:gd name="connsiteY35" fmla="*/ 3216657 h 6857999"/>
              <a:gd name="connsiteX36" fmla="*/ 8334250 w 8394178"/>
              <a:gd name="connsiteY36" fmla="*/ 3310980 h 6857999"/>
              <a:gd name="connsiteX37" fmla="*/ 8323018 w 8394178"/>
              <a:gd name="connsiteY37" fmla="*/ 3344725 h 6857999"/>
              <a:gd name="connsiteX38" fmla="*/ 8312317 w 8394178"/>
              <a:gd name="connsiteY38" fmla="*/ 3393250 h 6857999"/>
              <a:gd name="connsiteX39" fmla="*/ 8299110 w 8394178"/>
              <a:gd name="connsiteY39" fmla="*/ 3514536 h 6857999"/>
              <a:gd name="connsiteX40" fmla="*/ 8279421 w 8394178"/>
              <a:gd name="connsiteY40" fmla="*/ 3686149 h 6857999"/>
              <a:gd name="connsiteX41" fmla="*/ 8273021 w 8394178"/>
              <a:gd name="connsiteY41" fmla="*/ 3692208 h 6857999"/>
              <a:gd name="connsiteX42" fmla="*/ 8260968 w 8394178"/>
              <a:gd name="connsiteY42" fmla="*/ 3776022 h 6857999"/>
              <a:gd name="connsiteX43" fmla="*/ 8209415 w 8394178"/>
              <a:gd name="connsiteY43" fmla="*/ 4060536 h 6857999"/>
              <a:gd name="connsiteX44" fmla="*/ 8203359 w 8394178"/>
              <a:gd name="connsiteY44" fmla="*/ 4222149 h 6857999"/>
              <a:gd name="connsiteX45" fmla="*/ 8197502 w 8394178"/>
              <a:gd name="connsiteY45" fmla="*/ 4364683 h 6857999"/>
              <a:gd name="connsiteX46" fmla="*/ 8189960 w 8394178"/>
              <a:gd name="connsiteY46" fmla="*/ 4462471 h 6857999"/>
              <a:gd name="connsiteX47" fmla="*/ 8157285 w 8394178"/>
              <a:gd name="connsiteY47" fmla="*/ 4526395 h 6857999"/>
              <a:gd name="connsiteX48" fmla="*/ 8127583 w 8394178"/>
              <a:gd name="connsiteY48" fmla="*/ 4649885 h 6857999"/>
              <a:gd name="connsiteX49" fmla="*/ 8086875 w 8394178"/>
              <a:gd name="connsiteY49" fmla="*/ 4799019 h 6857999"/>
              <a:gd name="connsiteX50" fmla="*/ 8071779 w 8394178"/>
              <a:gd name="connsiteY50" fmla="*/ 4849614 h 6857999"/>
              <a:gd name="connsiteX51" fmla="*/ 8046521 w 8394178"/>
              <a:gd name="connsiteY51" fmla="*/ 4919971 h 6857999"/>
              <a:gd name="connsiteX52" fmla="*/ 7999171 w 8394178"/>
              <a:gd name="connsiteY52" fmla="*/ 5010766 h 6857999"/>
              <a:gd name="connsiteX53" fmla="*/ 7974494 w 8394178"/>
              <a:gd name="connsiteY53" fmla="*/ 5088190 h 6857999"/>
              <a:gd name="connsiteX54" fmla="*/ 7960017 w 8394178"/>
              <a:gd name="connsiteY54" fmla="*/ 5143922 h 6857999"/>
              <a:gd name="connsiteX55" fmla="*/ 7940570 w 8394178"/>
              <a:gd name="connsiteY55" fmla="*/ 5284346 h 6857999"/>
              <a:gd name="connsiteX56" fmla="*/ 7923844 w 8394178"/>
              <a:gd name="connsiteY56" fmla="*/ 5390948 h 6857999"/>
              <a:gd name="connsiteX57" fmla="*/ 7905061 w 8394178"/>
              <a:gd name="connsiteY57" fmla="*/ 5470854 h 6857999"/>
              <a:gd name="connsiteX58" fmla="*/ 7900574 w 8394178"/>
              <a:gd name="connsiteY58" fmla="*/ 5529643 h 6857999"/>
              <a:gd name="connsiteX59" fmla="*/ 7889879 w 8394178"/>
              <a:gd name="connsiteY59" fmla="*/ 5597292 h 6857999"/>
              <a:gd name="connsiteX60" fmla="*/ 7881533 w 8394178"/>
              <a:gd name="connsiteY60" fmla="*/ 5608899 h 6857999"/>
              <a:gd name="connsiteX61" fmla="*/ 7866845 w 8394178"/>
              <a:gd name="connsiteY61" fmla="*/ 5684911 h 6857999"/>
              <a:gd name="connsiteX62" fmla="*/ 7866707 w 8394178"/>
              <a:gd name="connsiteY62" fmla="*/ 5755776 h 6857999"/>
              <a:gd name="connsiteX63" fmla="*/ 7858630 w 8394178"/>
              <a:gd name="connsiteY63" fmla="*/ 5889599 h 6857999"/>
              <a:gd name="connsiteX64" fmla="*/ 7862852 w 8394178"/>
              <a:gd name="connsiteY64" fmla="*/ 5989744 h 6857999"/>
              <a:gd name="connsiteX65" fmla="*/ 7834617 w 8394178"/>
              <a:gd name="connsiteY65" fmla="*/ 6084926 h 6857999"/>
              <a:gd name="connsiteX66" fmla="*/ 7830440 w 8394178"/>
              <a:gd name="connsiteY66" fmla="*/ 6346549 h 6857999"/>
              <a:gd name="connsiteX67" fmla="*/ 7828988 w 8394178"/>
              <a:gd name="connsiteY67" fmla="*/ 6527527 h 6857999"/>
              <a:gd name="connsiteX68" fmla="*/ 7833220 w 8394178"/>
              <a:gd name="connsiteY68" fmla="*/ 6627129 h 6857999"/>
              <a:gd name="connsiteX69" fmla="*/ 7833451 w 8394178"/>
              <a:gd name="connsiteY69" fmla="*/ 6694819 h 6857999"/>
              <a:gd name="connsiteX70" fmla="*/ 7859394 w 8394178"/>
              <a:gd name="connsiteY70" fmla="*/ 6765445 h 6857999"/>
              <a:gd name="connsiteX71" fmla="*/ 7866873 w 8394178"/>
              <a:gd name="connsiteY71" fmla="*/ 6844697 h 6857999"/>
              <a:gd name="connsiteX72" fmla="*/ 7868076 w 8394178"/>
              <a:gd name="connsiteY72" fmla="*/ 6857999 h 6857999"/>
              <a:gd name="connsiteX73" fmla="*/ 2920621 w 8394178"/>
              <a:gd name="connsiteY73" fmla="*/ 6857999 h 6857999"/>
              <a:gd name="connsiteX74" fmla="*/ 961321 w 8394178"/>
              <a:gd name="connsiteY74" fmla="*/ 6857999 h 6857999"/>
              <a:gd name="connsiteX75" fmla="*/ 0 w 8394178"/>
              <a:gd name="connsiteY75" fmla="*/ 6857999 h 6857999"/>
              <a:gd name="connsiteX76" fmla="*/ 0 w 8394178"/>
              <a:gd name="connsiteY76" fmla="*/ 0 h 6857999"/>
              <a:gd name="connsiteX0" fmla="*/ 0 w 8394178"/>
              <a:gd name="connsiteY0" fmla="*/ 0 h 6857999"/>
              <a:gd name="connsiteX1" fmla="*/ 8236175 w 8394178"/>
              <a:gd name="connsiteY1" fmla="*/ 2 h 6857999"/>
              <a:gd name="connsiteX2" fmla="*/ 8231178 w 8394178"/>
              <a:gd name="connsiteY2" fmla="*/ 14562 h 6857999"/>
              <a:gd name="connsiteX3" fmla="*/ 8234773 w 8394178"/>
              <a:gd name="connsiteY3" fmla="*/ 59077 h 6857999"/>
              <a:gd name="connsiteX4" fmla="*/ 8227623 w 8394178"/>
              <a:gd name="connsiteY4" fmla="*/ 107668 h 6857999"/>
              <a:gd name="connsiteX5" fmla="*/ 8246150 w 8394178"/>
              <a:gd name="connsiteY5" fmla="*/ 246136 h 6857999"/>
              <a:gd name="connsiteX6" fmla="*/ 8224308 w 8394178"/>
              <a:gd name="connsiteY6" fmla="*/ 372908 h 6857999"/>
              <a:gd name="connsiteX7" fmla="*/ 8221687 w 8394178"/>
              <a:gd name="connsiteY7" fmla="*/ 450607 h 6857999"/>
              <a:gd name="connsiteX8" fmla="*/ 8232987 w 8394178"/>
              <a:gd name="connsiteY8" fmla="*/ 812800 h 6857999"/>
              <a:gd name="connsiteX9" fmla="*/ 8241364 w 8394178"/>
              <a:gd name="connsiteY9" fmla="*/ 912727 h 6857999"/>
              <a:gd name="connsiteX10" fmla="*/ 8240165 w 8394178"/>
              <a:gd name="connsiteY10" fmla="*/ 989950 h 6857999"/>
              <a:gd name="connsiteX11" fmla="*/ 8243561 w 8394178"/>
              <a:gd name="connsiteY11" fmla="*/ 1141745 h 6857999"/>
              <a:gd name="connsiteX12" fmla="*/ 8256144 w 8394178"/>
              <a:gd name="connsiteY12" fmla="*/ 1265454 h 6857999"/>
              <a:gd name="connsiteX13" fmla="*/ 8281494 w 8394178"/>
              <a:gd name="connsiteY13" fmla="*/ 1385480 h 6857999"/>
              <a:gd name="connsiteX14" fmla="*/ 8297877 w 8394178"/>
              <a:gd name="connsiteY14" fmla="*/ 1458060 h 6857999"/>
              <a:gd name="connsiteX15" fmla="*/ 8315502 w 8394178"/>
              <a:gd name="connsiteY15" fmla="*/ 1513175 h 6857999"/>
              <a:gd name="connsiteX16" fmla="*/ 8342335 w 8394178"/>
              <a:gd name="connsiteY16" fmla="*/ 1570809 h 6857999"/>
              <a:gd name="connsiteX17" fmla="*/ 8324762 w 8394178"/>
              <a:gd name="connsiteY17" fmla="*/ 1632434 h 6857999"/>
              <a:gd name="connsiteX18" fmla="*/ 8319231 w 8394178"/>
              <a:gd name="connsiteY18" fmla="*/ 1742490 h 6857999"/>
              <a:gd name="connsiteX19" fmla="*/ 8343694 w 8394178"/>
              <a:gd name="connsiteY19" fmla="*/ 1812272 h 6857999"/>
              <a:gd name="connsiteX20" fmla="*/ 8379488 w 8394178"/>
              <a:gd name="connsiteY20" fmla="*/ 1856766 h 6857999"/>
              <a:gd name="connsiteX21" fmla="*/ 8385055 w 8394178"/>
              <a:gd name="connsiteY21" fmla="*/ 1923433 h 6857999"/>
              <a:gd name="connsiteX22" fmla="*/ 8386906 w 8394178"/>
              <a:gd name="connsiteY22" fmla="*/ 1972204 h 6857999"/>
              <a:gd name="connsiteX23" fmla="*/ 8386681 w 8394178"/>
              <a:gd name="connsiteY23" fmla="*/ 2066205 h 6857999"/>
              <a:gd name="connsiteX24" fmla="*/ 8380052 w 8394178"/>
              <a:gd name="connsiteY24" fmla="*/ 2227417 h 6857999"/>
              <a:gd name="connsiteX25" fmla="*/ 8374483 w 8394178"/>
              <a:gd name="connsiteY25" fmla="*/ 2510933 h 6857999"/>
              <a:gd name="connsiteX26" fmla="*/ 8375191 w 8394178"/>
              <a:gd name="connsiteY26" fmla="*/ 2741866 h 6857999"/>
              <a:gd name="connsiteX27" fmla="*/ 8384389 w 8394178"/>
              <a:gd name="connsiteY27" fmla="*/ 2864935 h 6857999"/>
              <a:gd name="connsiteX28" fmla="*/ 8391822 w 8394178"/>
              <a:gd name="connsiteY28" fmla="*/ 2950807 h 6857999"/>
              <a:gd name="connsiteX29" fmla="*/ 8378111 w 8394178"/>
              <a:gd name="connsiteY29" fmla="*/ 2978246 h 6857999"/>
              <a:gd name="connsiteX30" fmla="*/ 8375025 w 8394178"/>
              <a:gd name="connsiteY30" fmla="*/ 2995916 h 6857999"/>
              <a:gd name="connsiteX31" fmla="*/ 8366764 w 8394178"/>
              <a:gd name="connsiteY31" fmla="*/ 2998648 h 6857999"/>
              <a:gd name="connsiteX32" fmla="*/ 8356827 w 8394178"/>
              <a:gd name="connsiteY32" fmla="*/ 3023630 h 6857999"/>
              <a:gd name="connsiteX33" fmla="*/ 8348883 w 8394178"/>
              <a:gd name="connsiteY33" fmla="*/ 3096975 h 6857999"/>
              <a:gd name="connsiteX34" fmla="*/ 8331320 w 8394178"/>
              <a:gd name="connsiteY34" fmla="*/ 3216657 h 6857999"/>
              <a:gd name="connsiteX35" fmla="*/ 8334250 w 8394178"/>
              <a:gd name="connsiteY35" fmla="*/ 3310980 h 6857999"/>
              <a:gd name="connsiteX36" fmla="*/ 8323018 w 8394178"/>
              <a:gd name="connsiteY36" fmla="*/ 3344725 h 6857999"/>
              <a:gd name="connsiteX37" fmla="*/ 8312317 w 8394178"/>
              <a:gd name="connsiteY37" fmla="*/ 3393250 h 6857999"/>
              <a:gd name="connsiteX38" fmla="*/ 8299110 w 8394178"/>
              <a:gd name="connsiteY38" fmla="*/ 3514536 h 6857999"/>
              <a:gd name="connsiteX39" fmla="*/ 8279421 w 8394178"/>
              <a:gd name="connsiteY39" fmla="*/ 3686149 h 6857999"/>
              <a:gd name="connsiteX40" fmla="*/ 8273021 w 8394178"/>
              <a:gd name="connsiteY40" fmla="*/ 3692208 h 6857999"/>
              <a:gd name="connsiteX41" fmla="*/ 8260968 w 8394178"/>
              <a:gd name="connsiteY41" fmla="*/ 3776022 h 6857999"/>
              <a:gd name="connsiteX42" fmla="*/ 8209415 w 8394178"/>
              <a:gd name="connsiteY42" fmla="*/ 4060536 h 6857999"/>
              <a:gd name="connsiteX43" fmla="*/ 8203359 w 8394178"/>
              <a:gd name="connsiteY43" fmla="*/ 4222149 h 6857999"/>
              <a:gd name="connsiteX44" fmla="*/ 8197502 w 8394178"/>
              <a:gd name="connsiteY44" fmla="*/ 4364683 h 6857999"/>
              <a:gd name="connsiteX45" fmla="*/ 8189960 w 8394178"/>
              <a:gd name="connsiteY45" fmla="*/ 4462471 h 6857999"/>
              <a:gd name="connsiteX46" fmla="*/ 8157285 w 8394178"/>
              <a:gd name="connsiteY46" fmla="*/ 4526395 h 6857999"/>
              <a:gd name="connsiteX47" fmla="*/ 8127583 w 8394178"/>
              <a:gd name="connsiteY47" fmla="*/ 4649885 h 6857999"/>
              <a:gd name="connsiteX48" fmla="*/ 8086875 w 8394178"/>
              <a:gd name="connsiteY48" fmla="*/ 4799019 h 6857999"/>
              <a:gd name="connsiteX49" fmla="*/ 8071779 w 8394178"/>
              <a:gd name="connsiteY49" fmla="*/ 4849614 h 6857999"/>
              <a:gd name="connsiteX50" fmla="*/ 8046521 w 8394178"/>
              <a:gd name="connsiteY50" fmla="*/ 4919971 h 6857999"/>
              <a:gd name="connsiteX51" fmla="*/ 7999171 w 8394178"/>
              <a:gd name="connsiteY51" fmla="*/ 5010766 h 6857999"/>
              <a:gd name="connsiteX52" fmla="*/ 7974494 w 8394178"/>
              <a:gd name="connsiteY52" fmla="*/ 5088190 h 6857999"/>
              <a:gd name="connsiteX53" fmla="*/ 7960017 w 8394178"/>
              <a:gd name="connsiteY53" fmla="*/ 5143922 h 6857999"/>
              <a:gd name="connsiteX54" fmla="*/ 7940570 w 8394178"/>
              <a:gd name="connsiteY54" fmla="*/ 5284346 h 6857999"/>
              <a:gd name="connsiteX55" fmla="*/ 7923844 w 8394178"/>
              <a:gd name="connsiteY55" fmla="*/ 5390948 h 6857999"/>
              <a:gd name="connsiteX56" fmla="*/ 7905061 w 8394178"/>
              <a:gd name="connsiteY56" fmla="*/ 5470854 h 6857999"/>
              <a:gd name="connsiteX57" fmla="*/ 7900574 w 8394178"/>
              <a:gd name="connsiteY57" fmla="*/ 5529643 h 6857999"/>
              <a:gd name="connsiteX58" fmla="*/ 7889879 w 8394178"/>
              <a:gd name="connsiteY58" fmla="*/ 5597292 h 6857999"/>
              <a:gd name="connsiteX59" fmla="*/ 7881533 w 8394178"/>
              <a:gd name="connsiteY59" fmla="*/ 5608899 h 6857999"/>
              <a:gd name="connsiteX60" fmla="*/ 7866845 w 8394178"/>
              <a:gd name="connsiteY60" fmla="*/ 5684911 h 6857999"/>
              <a:gd name="connsiteX61" fmla="*/ 7866707 w 8394178"/>
              <a:gd name="connsiteY61" fmla="*/ 5755776 h 6857999"/>
              <a:gd name="connsiteX62" fmla="*/ 7858630 w 8394178"/>
              <a:gd name="connsiteY62" fmla="*/ 5889599 h 6857999"/>
              <a:gd name="connsiteX63" fmla="*/ 7862852 w 8394178"/>
              <a:gd name="connsiteY63" fmla="*/ 5989744 h 6857999"/>
              <a:gd name="connsiteX64" fmla="*/ 7834617 w 8394178"/>
              <a:gd name="connsiteY64" fmla="*/ 6084926 h 6857999"/>
              <a:gd name="connsiteX65" fmla="*/ 7830440 w 8394178"/>
              <a:gd name="connsiteY65" fmla="*/ 6346549 h 6857999"/>
              <a:gd name="connsiteX66" fmla="*/ 7828988 w 8394178"/>
              <a:gd name="connsiteY66" fmla="*/ 6527527 h 6857999"/>
              <a:gd name="connsiteX67" fmla="*/ 7833220 w 8394178"/>
              <a:gd name="connsiteY67" fmla="*/ 6627129 h 6857999"/>
              <a:gd name="connsiteX68" fmla="*/ 7833451 w 8394178"/>
              <a:gd name="connsiteY68" fmla="*/ 6694819 h 6857999"/>
              <a:gd name="connsiteX69" fmla="*/ 7859394 w 8394178"/>
              <a:gd name="connsiteY69" fmla="*/ 6765445 h 6857999"/>
              <a:gd name="connsiteX70" fmla="*/ 7866873 w 8394178"/>
              <a:gd name="connsiteY70" fmla="*/ 6844697 h 6857999"/>
              <a:gd name="connsiteX71" fmla="*/ 7868076 w 8394178"/>
              <a:gd name="connsiteY71" fmla="*/ 6857999 h 6857999"/>
              <a:gd name="connsiteX72" fmla="*/ 2920621 w 8394178"/>
              <a:gd name="connsiteY72" fmla="*/ 6857999 h 6857999"/>
              <a:gd name="connsiteX73" fmla="*/ 961321 w 8394178"/>
              <a:gd name="connsiteY73" fmla="*/ 6857999 h 6857999"/>
              <a:gd name="connsiteX74" fmla="*/ 0 w 8394178"/>
              <a:gd name="connsiteY74" fmla="*/ 6857999 h 6857999"/>
              <a:gd name="connsiteX75" fmla="*/ 0 w 8394178"/>
              <a:gd name="connsiteY75" fmla="*/ 0 h 6857999"/>
              <a:gd name="connsiteX0" fmla="*/ 0 w 8394178"/>
              <a:gd name="connsiteY0" fmla="*/ 0 h 6857999"/>
              <a:gd name="connsiteX1" fmla="*/ 8236175 w 8394178"/>
              <a:gd name="connsiteY1" fmla="*/ 2 h 6857999"/>
              <a:gd name="connsiteX2" fmla="*/ 8231178 w 8394178"/>
              <a:gd name="connsiteY2" fmla="*/ 14562 h 6857999"/>
              <a:gd name="connsiteX3" fmla="*/ 8234773 w 8394178"/>
              <a:gd name="connsiteY3" fmla="*/ 59077 h 6857999"/>
              <a:gd name="connsiteX4" fmla="*/ 8227623 w 8394178"/>
              <a:gd name="connsiteY4" fmla="*/ 107668 h 6857999"/>
              <a:gd name="connsiteX5" fmla="*/ 8246150 w 8394178"/>
              <a:gd name="connsiteY5" fmla="*/ 246136 h 6857999"/>
              <a:gd name="connsiteX6" fmla="*/ 8224308 w 8394178"/>
              <a:gd name="connsiteY6" fmla="*/ 372908 h 6857999"/>
              <a:gd name="connsiteX7" fmla="*/ 8221687 w 8394178"/>
              <a:gd name="connsiteY7" fmla="*/ 450607 h 6857999"/>
              <a:gd name="connsiteX8" fmla="*/ 8232987 w 8394178"/>
              <a:gd name="connsiteY8" fmla="*/ 812800 h 6857999"/>
              <a:gd name="connsiteX9" fmla="*/ 8241364 w 8394178"/>
              <a:gd name="connsiteY9" fmla="*/ 912727 h 6857999"/>
              <a:gd name="connsiteX10" fmla="*/ 8240165 w 8394178"/>
              <a:gd name="connsiteY10" fmla="*/ 989950 h 6857999"/>
              <a:gd name="connsiteX11" fmla="*/ 8243561 w 8394178"/>
              <a:gd name="connsiteY11" fmla="*/ 1141745 h 6857999"/>
              <a:gd name="connsiteX12" fmla="*/ 8256144 w 8394178"/>
              <a:gd name="connsiteY12" fmla="*/ 1265454 h 6857999"/>
              <a:gd name="connsiteX13" fmla="*/ 8281494 w 8394178"/>
              <a:gd name="connsiteY13" fmla="*/ 1385480 h 6857999"/>
              <a:gd name="connsiteX14" fmla="*/ 8297877 w 8394178"/>
              <a:gd name="connsiteY14" fmla="*/ 1458060 h 6857999"/>
              <a:gd name="connsiteX15" fmla="*/ 8315502 w 8394178"/>
              <a:gd name="connsiteY15" fmla="*/ 1513175 h 6857999"/>
              <a:gd name="connsiteX16" fmla="*/ 8342335 w 8394178"/>
              <a:gd name="connsiteY16" fmla="*/ 1570809 h 6857999"/>
              <a:gd name="connsiteX17" fmla="*/ 8324762 w 8394178"/>
              <a:gd name="connsiteY17" fmla="*/ 1632434 h 6857999"/>
              <a:gd name="connsiteX18" fmla="*/ 8319231 w 8394178"/>
              <a:gd name="connsiteY18" fmla="*/ 1742490 h 6857999"/>
              <a:gd name="connsiteX19" fmla="*/ 8343694 w 8394178"/>
              <a:gd name="connsiteY19" fmla="*/ 1812272 h 6857999"/>
              <a:gd name="connsiteX20" fmla="*/ 8379488 w 8394178"/>
              <a:gd name="connsiteY20" fmla="*/ 1856766 h 6857999"/>
              <a:gd name="connsiteX21" fmla="*/ 8385055 w 8394178"/>
              <a:gd name="connsiteY21" fmla="*/ 1923433 h 6857999"/>
              <a:gd name="connsiteX22" fmla="*/ 8386906 w 8394178"/>
              <a:gd name="connsiteY22" fmla="*/ 1972204 h 6857999"/>
              <a:gd name="connsiteX23" fmla="*/ 8386681 w 8394178"/>
              <a:gd name="connsiteY23" fmla="*/ 2066205 h 6857999"/>
              <a:gd name="connsiteX24" fmla="*/ 8380052 w 8394178"/>
              <a:gd name="connsiteY24" fmla="*/ 2227417 h 6857999"/>
              <a:gd name="connsiteX25" fmla="*/ 8374483 w 8394178"/>
              <a:gd name="connsiteY25" fmla="*/ 2510933 h 6857999"/>
              <a:gd name="connsiteX26" fmla="*/ 8375191 w 8394178"/>
              <a:gd name="connsiteY26" fmla="*/ 2741866 h 6857999"/>
              <a:gd name="connsiteX27" fmla="*/ 8384389 w 8394178"/>
              <a:gd name="connsiteY27" fmla="*/ 2864935 h 6857999"/>
              <a:gd name="connsiteX28" fmla="*/ 8391822 w 8394178"/>
              <a:gd name="connsiteY28" fmla="*/ 2950807 h 6857999"/>
              <a:gd name="connsiteX29" fmla="*/ 8378111 w 8394178"/>
              <a:gd name="connsiteY29" fmla="*/ 2978246 h 6857999"/>
              <a:gd name="connsiteX30" fmla="*/ 8375025 w 8394178"/>
              <a:gd name="connsiteY30" fmla="*/ 2995916 h 6857999"/>
              <a:gd name="connsiteX31" fmla="*/ 8366764 w 8394178"/>
              <a:gd name="connsiteY31" fmla="*/ 2998648 h 6857999"/>
              <a:gd name="connsiteX32" fmla="*/ 8356827 w 8394178"/>
              <a:gd name="connsiteY32" fmla="*/ 3023630 h 6857999"/>
              <a:gd name="connsiteX33" fmla="*/ 8348883 w 8394178"/>
              <a:gd name="connsiteY33" fmla="*/ 3096975 h 6857999"/>
              <a:gd name="connsiteX34" fmla="*/ 8331320 w 8394178"/>
              <a:gd name="connsiteY34" fmla="*/ 3216657 h 6857999"/>
              <a:gd name="connsiteX35" fmla="*/ 8334250 w 8394178"/>
              <a:gd name="connsiteY35" fmla="*/ 3310980 h 6857999"/>
              <a:gd name="connsiteX36" fmla="*/ 8323018 w 8394178"/>
              <a:gd name="connsiteY36" fmla="*/ 3344725 h 6857999"/>
              <a:gd name="connsiteX37" fmla="*/ 8312317 w 8394178"/>
              <a:gd name="connsiteY37" fmla="*/ 3393250 h 6857999"/>
              <a:gd name="connsiteX38" fmla="*/ 8299110 w 8394178"/>
              <a:gd name="connsiteY38" fmla="*/ 3514536 h 6857999"/>
              <a:gd name="connsiteX39" fmla="*/ 8279421 w 8394178"/>
              <a:gd name="connsiteY39" fmla="*/ 3686149 h 6857999"/>
              <a:gd name="connsiteX40" fmla="*/ 8273021 w 8394178"/>
              <a:gd name="connsiteY40" fmla="*/ 3692208 h 6857999"/>
              <a:gd name="connsiteX41" fmla="*/ 8260968 w 8394178"/>
              <a:gd name="connsiteY41" fmla="*/ 3776022 h 6857999"/>
              <a:gd name="connsiteX42" fmla="*/ 8209415 w 8394178"/>
              <a:gd name="connsiteY42" fmla="*/ 4060536 h 6857999"/>
              <a:gd name="connsiteX43" fmla="*/ 8203359 w 8394178"/>
              <a:gd name="connsiteY43" fmla="*/ 4222149 h 6857999"/>
              <a:gd name="connsiteX44" fmla="*/ 8197502 w 8394178"/>
              <a:gd name="connsiteY44" fmla="*/ 4364683 h 6857999"/>
              <a:gd name="connsiteX45" fmla="*/ 8189960 w 8394178"/>
              <a:gd name="connsiteY45" fmla="*/ 4462471 h 6857999"/>
              <a:gd name="connsiteX46" fmla="*/ 8157285 w 8394178"/>
              <a:gd name="connsiteY46" fmla="*/ 4526395 h 6857999"/>
              <a:gd name="connsiteX47" fmla="*/ 8127583 w 8394178"/>
              <a:gd name="connsiteY47" fmla="*/ 4649885 h 6857999"/>
              <a:gd name="connsiteX48" fmla="*/ 8086875 w 8394178"/>
              <a:gd name="connsiteY48" fmla="*/ 4799019 h 6857999"/>
              <a:gd name="connsiteX49" fmla="*/ 8071779 w 8394178"/>
              <a:gd name="connsiteY49" fmla="*/ 4849614 h 6857999"/>
              <a:gd name="connsiteX50" fmla="*/ 8046521 w 8394178"/>
              <a:gd name="connsiteY50" fmla="*/ 4919971 h 6857999"/>
              <a:gd name="connsiteX51" fmla="*/ 7999171 w 8394178"/>
              <a:gd name="connsiteY51" fmla="*/ 5010766 h 6857999"/>
              <a:gd name="connsiteX52" fmla="*/ 7974494 w 8394178"/>
              <a:gd name="connsiteY52" fmla="*/ 5088190 h 6857999"/>
              <a:gd name="connsiteX53" fmla="*/ 7960017 w 8394178"/>
              <a:gd name="connsiteY53" fmla="*/ 5143922 h 6857999"/>
              <a:gd name="connsiteX54" fmla="*/ 7940570 w 8394178"/>
              <a:gd name="connsiteY54" fmla="*/ 5284346 h 6857999"/>
              <a:gd name="connsiteX55" fmla="*/ 7923844 w 8394178"/>
              <a:gd name="connsiteY55" fmla="*/ 5390948 h 6857999"/>
              <a:gd name="connsiteX56" fmla="*/ 7905061 w 8394178"/>
              <a:gd name="connsiteY56" fmla="*/ 5470854 h 6857999"/>
              <a:gd name="connsiteX57" fmla="*/ 7900574 w 8394178"/>
              <a:gd name="connsiteY57" fmla="*/ 5529643 h 6857999"/>
              <a:gd name="connsiteX58" fmla="*/ 7889879 w 8394178"/>
              <a:gd name="connsiteY58" fmla="*/ 5597292 h 6857999"/>
              <a:gd name="connsiteX59" fmla="*/ 7881533 w 8394178"/>
              <a:gd name="connsiteY59" fmla="*/ 5608899 h 6857999"/>
              <a:gd name="connsiteX60" fmla="*/ 7866845 w 8394178"/>
              <a:gd name="connsiteY60" fmla="*/ 5684911 h 6857999"/>
              <a:gd name="connsiteX61" fmla="*/ 7866707 w 8394178"/>
              <a:gd name="connsiteY61" fmla="*/ 5755776 h 6857999"/>
              <a:gd name="connsiteX62" fmla="*/ 7858630 w 8394178"/>
              <a:gd name="connsiteY62" fmla="*/ 5889599 h 6857999"/>
              <a:gd name="connsiteX63" fmla="*/ 7862852 w 8394178"/>
              <a:gd name="connsiteY63" fmla="*/ 5989744 h 6857999"/>
              <a:gd name="connsiteX64" fmla="*/ 7834617 w 8394178"/>
              <a:gd name="connsiteY64" fmla="*/ 6084926 h 6857999"/>
              <a:gd name="connsiteX65" fmla="*/ 7830440 w 8394178"/>
              <a:gd name="connsiteY65" fmla="*/ 6346549 h 6857999"/>
              <a:gd name="connsiteX66" fmla="*/ 7828988 w 8394178"/>
              <a:gd name="connsiteY66" fmla="*/ 6527527 h 6857999"/>
              <a:gd name="connsiteX67" fmla="*/ 7833220 w 8394178"/>
              <a:gd name="connsiteY67" fmla="*/ 6627129 h 6857999"/>
              <a:gd name="connsiteX68" fmla="*/ 7833451 w 8394178"/>
              <a:gd name="connsiteY68" fmla="*/ 6694819 h 6857999"/>
              <a:gd name="connsiteX69" fmla="*/ 7859394 w 8394178"/>
              <a:gd name="connsiteY69" fmla="*/ 6765445 h 6857999"/>
              <a:gd name="connsiteX70" fmla="*/ 7866873 w 8394178"/>
              <a:gd name="connsiteY70" fmla="*/ 6844697 h 6857999"/>
              <a:gd name="connsiteX71" fmla="*/ 7868076 w 8394178"/>
              <a:gd name="connsiteY71" fmla="*/ 6857999 h 6857999"/>
              <a:gd name="connsiteX72" fmla="*/ 2920621 w 8394178"/>
              <a:gd name="connsiteY72" fmla="*/ 6857999 h 6857999"/>
              <a:gd name="connsiteX73" fmla="*/ 0 w 8394178"/>
              <a:gd name="connsiteY73" fmla="*/ 6857999 h 6857999"/>
              <a:gd name="connsiteX74" fmla="*/ 0 w 8394178"/>
              <a:gd name="connsiteY74" fmla="*/ 0 h 6857999"/>
              <a:gd name="connsiteX0" fmla="*/ 0 w 8394178"/>
              <a:gd name="connsiteY0" fmla="*/ 0 h 6857999"/>
              <a:gd name="connsiteX1" fmla="*/ 8236175 w 8394178"/>
              <a:gd name="connsiteY1" fmla="*/ 2 h 6857999"/>
              <a:gd name="connsiteX2" fmla="*/ 8231178 w 8394178"/>
              <a:gd name="connsiteY2" fmla="*/ 14562 h 6857999"/>
              <a:gd name="connsiteX3" fmla="*/ 8234773 w 8394178"/>
              <a:gd name="connsiteY3" fmla="*/ 59077 h 6857999"/>
              <a:gd name="connsiteX4" fmla="*/ 8227623 w 8394178"/>
              <a:gd name="connsiteY4" fmla="*/ 107668 h 6857999"/>
              <a:gd name="connsiteX5" fmla="*/ 8246150 w 8394178"/>
              <a:gd name="connsiteY5" fmla="*/ 246136 h 6857999"/>
              <a:gd name="connsiteX6" fmla="*/ 8224308 w 8394178"/>
              <a:gd name="connsiteY6" fmla="*/ 372908 h 6857999"/>
              <a:gd name="connsiteX7" fmla="*/ 8221687 w 8394178"/>
              <a:gd name="connsiteY7" fmla="*/ 450607 h 6857999"/>
              <a:gd name="connsiteX8" fmla="*/ 8232987 w 8394178"/>
              <a:gd name="connsiteY8" fmla="*/ 812800 h 6857999"/>
              <a:gd name="connsiteX9" fmla="*/ 8241364 w 8394178"/>
              <a:gd name="connsiteY9" fmla="*/ 912727 h 6857999"/>
              <a:gd name="connsiteX10" fmla="*/ 8240165 w 8394178"/>
              <a:gd name="connsiteY10" fmla="*/ 989950 h 6857999"/>
              <a:gd name="connsiteX11" fmla="*/ 8243561 w 8394178"/>
              <a:gd name="connsiteY11" fmla="*/ 1141745 h 6857999"/>
              <a:gd name="connsiteX12" fmla="*/ 8256144 w 8394178"/>
              <a:gd name="connsiteY12" fmla="*/ 1265454 h 6857999"/>
              <a:gd name="connsiteX13" fmla="*/ 8281494 w 8394178"/>
              <a:gd name="connsiteY13" fmla="*/ 1385480 h 6857999"/>
              <a:gd name="connsiteX14" fmla="*/ 8297877 w 8394178"/>
              <a:gd name="connsiteY14" fmla="*/ 1458060 h 6857999"/>
              <a:gd name="connsiteX15" fmla="*/ 8315502 w 8394178"/>
              <a:gd name="connsiteY15" fmla="*/ 1513175 h 6857999"/>
              <a:gd name="connsiteX16" fmla="*/ 8342335 w 8394178"/>
              <a:gd name="connsiteY16" fmla="*/ 1570809 h 6857999"/>
              <a:gd name="connsiteX17" fmla="*/ 8324762 w 8394178"/>
              <a:gd name="connsiteY17" fmla="*/ 1632434 h 6857999"/>
              <a:gd name="connsiteX18" fmla="*/ 8319231 w 8394178"/>
              <a:gd name="connsiteY18" fmla="*/ 1742490 h 6857999"/>
              <a:gd name="connsiteX19" fmla="*/ 8343694 w 8394178"/>
              <a:gd name="connsiteY19" fmla="*/ 1812272 h 6857999"/>
              <a:gd name="connsiteX20" fmla="*/ 8379488 w 8394178"/>
              <a:gd name="connsiteY20" fmla="*/ 1856766 h 6857999"/>
              <a:gd name="connsiteX21" fmla="*/ 8385055 w 8394178"/>
              <a:gd name="connsiteY21" fmla="*/ 1923433 h 6857999"/>
              <a:gd name="connsiteX22" fmla="*/ 8386906 w 8394178"/>
              <a:gd name="connsiteY22" fmla="*/ 1972204 h 6857999"/>
              <a:gd name="connsiteX23" fmla="*/ 8386681 w 8394178"/>
              <a:gd name="connsiteY23" fmla="*/ 2066205 h 6857999"/>
              <a:gd name="connsiteX24" fmla="*/ 8380052 w 8394178"/>
              <a:gd name="connsiteY24" fmla="*/ 2227417 h 6857999"/>
              <a:gd name="connsiteX25" fmla="*/ 8374483 w 8394178"/>
              <a:gd name="connsiteY25" fmla="*/ 2510933 h 6857999"/>
              <a:gd name="connsiteX26" fmla="*/ 8375191 w 8394178"/>
              <a:gd name="connsiteY26" fmla="*/ 2741866 h 6857999"/>
              <a:gd name="connsiteX27" fmla="*/ 8384389 w 8394178"/>
              <a:gd name="connsiteY27" fmla="*/ 2864935 h 6857999"/>
              <a:gd name="connsiteX28" fmla="*/ 8391822 w 8394178"/>
              <a:gd name="connsiteY28" fmla="*/ 2950807 h 6857999"/>
              <a:gd name="connsiteX29" fmla="*/ 8378111 w 8394178"/>
              <a:gd name="connsiteY29" fmla="*/ 2978246 h 6857999"/>
              <a:gd name="connsiteX30" fmla="*/ 8375025 w 8394178"/>
              <a:gd name="connsiteY30" fmla="*/ 2995916 h 6857999"/>
              <a:gd name="connsiteX31" fmla="*/ 8366764 w 8394178"/>
              <a:gd name="connsiteY31" fmla="*/ 2998648 h 6857999"/>
              <a:gd name="connsiteX32" fmla="*/ 8356827 w 8394178"/>
              <a:gd name="connsiteY32" fmla="*/ 3023630 h 6857999"/>
              <a:gd name="connsiteX33" fmla="*/ 8348883 w 8394178"/>
              <a:gd name="connsiteY33" fmla="*/ 3096975 h 6857999"/>
              <a:gd name="connsiteX34" fmla="*/ 8331320 w 8394178"/>
              <a:gd name="connsiteY34" fmla="*/ 3216657 h 6857999"/>
              <a:gd name="connsiteX35" fmla="*/ 8334250 w 8394178"/>
              <a:gd name="connsiteY35" fmla="*/ 3310980 h 6857999"/>
              <a:gd name="connsiteX36" fmla="*/ 8323018 w 8394178"/>
              <a:gd name="connsiteY36" fmla="*/ 3344725 h 6857999"/>
              <a:gd name="connsiteX37" fmla="*/ 8312317 w 8394178"/>
              <a:gd name="connsiteY37" fmla="*/ 3393250 h 6857999"/>
              <a:gd name="connsiteX38" fmla="*/ 8299110 w 8394178"/>
              <a:gd name="connsiteY38" fmla="*/ 3514536 h 6857999"/>
              <a:gd name="connsiteX39" fmla="*/ 8279421 w 8394178"/>
              <a:gd name="connsiteY39" fmla="*/ 3686149 h 6857999"/>
              <a:gd name="connsiteX40" fmla="*/ 8273021 w 8394178"/>
              <a:gd name="connsiteY40" fmla="*/ 3692208 h 6857999"/>
              <a:gd name="connsiteX41" fmla="*/ 8260968 w 8394178"/>
              <a:gd name="connsiteY41" fmla="*/ 3776022 h 6857999"/>
              <a:gd name="connsiteX42" fmla="*/ 8209415 w 8394178"/>
              <a:gd name="connsiteY42" fmla="*/ 4060536 h 6857999"/>
              <a:gd name="connsiteX43" fmla="*/ 8203359 w 8394178"/>
              <a:gd name="connsiteY43" fmla="*/ 4222149 h 6857999"/>
              <a:gd name="connsiteX44" fmla="*/ 8197502 w 8394178"/>
              <a:gd name="connsiteY44" fmla="*/ 4364683 h 6857999"/>
              <a:gd name="connsiteX45" fmla="*/ 8189960 w 8394178"/>
              <a:gd name="connsiteY45" fmla="*/ 4462471 h 6857999"/>
              <a:gd name="connsiteX46" fmla="*/ 8157285 w 8394178"/>
              <a:gd name="connsiteY46" fmla="*/ 4526395 h 6857999"/>
              <a:gd name="connsiteX47" fmla="*/ 8127583 w 8394178"/>
              <a:gd name="connsiteY47" fmla="*/ 4649885 h 6857999"/>
              <a:gd name="connsiteX48" fmla="*/ 8086875 w 8394178"/>
              <a:gd name="connsiteY48" fmla="*/ 4799019 h 6857999"/>
              <a:gd name="connsiteX49" fmla="*/ 8071779 w 8394178"/>
              <a:gd name="connsiteY49" fmla="*/ 4849614 h 6857999"/>
              <a:gd name="connsiteX50" fmla="*/ 8046521 w 8394178"/>
              <a:gd name="connsiteY50" fmla="*/ 4919971 h 6857999"/>
              <a:gd name="connsiteX51" fmla="*/ 7999171 w 8394178"/>
              <a:gd name="connsiteY51" fmla="*/ 5010766 h 6857999"/>
              <a:gd name="connsiteX52" fmla="*/ 7974494 w 8394178"/>
              <a:gd name="connsiteY52" fmla="*/ 5088190 h 6857999"/>
              <a:gd name="connsiteX53" fmla="*/ 7960017 w 8394178"/>
              <a:gd name="connsiteY53" fmla="*/ 5143922 h 6857999"/>
              <a:gd name="connsiteX54" fmla="*/ 7940570 w 8394178"/>
              <a:gd name="connsiteY54" fmla="*/ 5284346 h 6857999"/>
              <a:gd name="connsiteX55" fmla="*/ 7923844 w 8394178"/>
              <a:gd name="connsiteY55" fmla="*/ 5390948 h 6857999"/>
              <a:gd name="connsiteX56" fmla="*/ 7905061 w 8394178"/>
              <a:gd name="connsiteY56" fmla="*/ 5470854 h 6857999"/>
              <a:gd name="connsiteX57" fmla="*/ 7900574 w 8394178"/>
              <a:gd name="connsiteY57" fmla="*/ 5529643 h 6857999"/>
              <a:gd name="connsiteX58" fmla="*/ 7889879 w 8394178"/>
              <a:gd name="connsiteY58" fmla="*/ 5597292 h 6857999"/>
              <a:gd name="connsiteX59" fmla="*/ 7881533 w 8394178"/>
              <a:gd name="connsiteY59" fmla="*/ 5608899 h 6857999"/>
              <a:gd name="connsiteX60" fmla="*/ 7866845 w 8394178"/>
              <a:gd name="connsiteY60" fmla="*/ 5684911 h 6857999"/>
              <a:gd name="connsiteX61" fmla="*/ 7866707 w 8394178"/>
              <a:gd name="connsiteY61" fmla="*/ 5755776 h 6857999"/>
              <a:gd name="connsiteX62" fmla="*/ 7858630 w 8394178"/>
              <a:gd name="connsiteY62" fmla="*/ 5889599 h 6857999"/>
              <a:gd name="connsiteX63" fmla="*/ 7862852 w 8394178"/>
              <a:gd name="connsiteY63" fmla="*/ 5989744 h 6857999"/>
              <a:gd name="connsiteX64" fmla="*/ 7834617 w 8394178"/>
              <a:gd name="connsiteY64" fmla="*/ 6084926 h 6857999"/>
              <a:gd name="connsiteX65" fmla="*/ 7830440 w 8394178"/>
              <a:gd name="connsiteY65" fmla="*/ 6346549 h 6857999"/>
              <a:gd name="connsiteX66" fmla="*/ 7828988 w 8394178"/>
              <a:gd name="connsiteY66" fmla="*/ 6527527 h 6857999"/>
              <a:gd name="connsiteX67" fmla="*/ 7833220 w 8394178"/>
              <a:gd name="connsiteY67" fmla="*/ 6627129 h 6857999"/>
              <a:gd name="connsiteX68" fmla="*/ 7833451 w 8394178"/>
              <a:gd name="connsiteY68" fmla="*/ 6694819 h 6857999"/>
              <a:gd name="connsiteX69" fmla="*/ 7859394 w 8394178"/>
              <a:gd name="connsiteY69" fmla="*/ 6765445 h 6857999"/>
              <a:gd name="connsiteX70" fmla="*/ 7866873 w 8394178"/>
              <a:gd name="connsiteY70" fmla="*/ 6844697 h 6857999"/>
              <a:gd name="connsiteX71" fmla="*/ 7868076 w 8394178"/>
              <a:gd name="connsiteY71" fmla="*/ 6857999 h 6857999"/>
              <a:gd name="connsiteX72" fmla="*/ 0 w 8394178"/>
              <a:gd name="connsiteY72" fmla="*/ 6857999 h 6857999"/>
              <a:gd name="connsiteX73" fmla="*/ 0 w 8394178"/>
              <a:gd name="connsiteY73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8394178" h="6857999">
                <a:moveTo>
                  <a:pt x="0" y="0"/>
                </a:moveTo>
                <a:lnTo>
                  <a:pt x="8236175" y="2"/>
                </a:lnTo>
                <a:lnTo>
                  <a:pt x="8231178" y="14562"/>
                </a:lnTo>
                <a:lnTo>
                  <a:pt x="8234773" y="59077"/>
                </a:lnTo>
                <a:cubicBezTo>
                  <a:pt x="8235275" y="76949"/>
                  <a:pt x="8227121" y="89796"/>
                  <a:pt x="8227623" y="107668"/>
                </a:cubicBezTo>
                <a:cubicBezTo>
                  <a:pt x="8211139" y="138162"/>
                  <a:pt x="8246703" y="201929"/>
                  <a:pt x="8246150" y="246136"/>
                </a:cubicBezTo>
                <a:cubicBezTo>
                  <a:pt x="8245598" y="290343"/>
                  <a:pt x="8257389" y="364179"/>
                  <a:pt x="8224308" y="372908"/>
                </a:cubicBezTo>
                <a:cubicBezTo>
                  <a:pt x="8218864" y="431308"/>
                  <a:pt x="8228745" y="357606"/>
                  <a:pt x="8221687" y="450607"/>
                </a:cubicBezTo>
                <a:cubicBezTo>
                  <a:pt x="8253150" y="551950"/>
                  <a:pt x="8221677" y="787036"/>
                  <a:pt x="8232987" y="812800"/>
                </a:cubicBezTo>
                <a:cubicBezTo>
                  <a:pt x="8263719" y="860799"/>
                  <a:pt x="8226505" y="854953"/>
                  <a:pt x="8241364" y="912727"/>
                </a:cubicBezTo>
                <a:cubicBezTo>
                  <a:pt x="8249854" y="945986"/>
                  <a:pt x="8239798" y="951781"/>
                  <a:pt x="8240165" y="989950"/>
                </a:cubicBezTo>
                <a:cubicBezTo>
                  <a:pt x="8240531" y="1028120"/>
                  <a:pt x="8240898" y="1095828"/>
                  <a:pt x="8243561" y="1141745"/>
                </a:cubicBezTo>
                <a:cubicBezTo>
                  <a:pt x="8246223" y="1187662"/>
                  <a:pt x="8256010" y="1234783"/>
                  <a:pt x="8256144" y="1265454"/>
                </a:cubicBezTo>
                <a:cubicBezTo>
                  <a:pt x="8246450" y="1304052"/>
                  <a:pt x="8278372" y="1370755"/>
                  <a:pt x="8281494" y="1385480"/>
                </a:cubicBezTo>
                <a:cubicBezTo>
                  <a:pt x="8294281" y="1422714"/>
                  <a:pt x="8303397" y="1428103"/>
                  <a:pt x="8297877" y="1458060"/>
                </a:cubicBezTo>
                <a:cubicBezTo>
                  <a:pt x="8297983" y="1468057"/>
                  <a:pt x="8315397" y="1503177"/>
                  <a:pt x="8315502" y="1513175"/>
                </a:cubicBezTo>
                <a:lnTo>
                  <a:pt x="8342335" y="1570809"/>
                </a:lnTo>
                <a:cubicBezTo>
                  <a:pt x="8365894" y="1617136"/>
                  <a:pt x="8315600" y="1595486"/>
                  <a:pt x="8324762" y="1632434"/>
                </a:cubicBezTo>
                <a:cubicBezTo>
                  <a:pt x="8345804" y="1713683"/>
                  <a:pt x="8308403" y="1715203"/>
                  <a:pt x="8319231" y="1742490"/>
                </a:cubicBezTo>
                <a:cubicBezTo>
                  <a:pt x="8327385" y="1767736"/>
                  <a:pt x="8335540" y="1787026"/>
                  <a:pt x="8343694" y="1812272"/>
                </a:cubicBezTo>
                <a:cubicBezTo>
                  <a:pt x="8345710" y="1818102"/>
                  <a:pt x="8382841" y="1845254"/>
                  <a:pt x="8379488" y="1856766"/>
                </a:cubicBezTo>
                <a:lnTo>
                  <a:pt x="8385055" y="1923433"/>
                </a:lnTo>
                <a:lnTo>
                  <a:pt x="8386906" y="1972204"/>
                </a:lnTo>
                <a:cubicBezTo>
                  <a:pt x="8389102" y="1979569"/>
                  <a:pt x="8382464" y="2060117"/>
                  <a:pt x="8386681" y="2066205"/>
                </a:cubicBezTo>
                <a:cubicBezTo>
                  <a:pt x="8400709" y="2153571"/>
                  <a:pt x="8366045" y="2189849"/>
                  <a:pt x="8380052" y="2227417"/>
                </a:cubicBezTo>
                <a:cubicBezTo>
                  <a:pt x="8372543" y="2317591"/>
                  <a:pt x="8379811" y="2407644"/>
                  <a:pt x="8374483" y="2510933"/>
                </a:cubicBezTo>
                <a:cubicBezTo>
                  <a:pt x="8396772" y="2597916"/>
                  <a:pt x="8370232" y="2649734"/>
                  <a:pt x="8375191" y="2741866"/>
                </a:cubicBezTo>
                <a:cubicBezTo>
                  <a:pt x="8394024" y="2779815"/>
                  <a:pt x="8395428" y="2817058"/>
                  <a:pt x="8384389" y="2864935"/>
                </a:cubicBezTo>
                <a:cubicBezTo>
                  <a:pt x="8416004" y="2860552"/>
                  <a:pt x="8357917" y="2937673"/>
                  <a:pt x="8391822" y="2950807"/>
                </a:cubicBezTo>
                <a:lnTo>
                  <a:pt x="8378111" y="2978246"/>
                </a:lnTo>
                <a:lnTo>
                  <a:pt x="8375025" y="2995916"/>
                </a:lnTo>
                <a:lnTo>
                  <a:pt x="8366764" y="2998648"/>
                </a:lnTo>
                <a:lnTo>
                  <a:pt x="8356827" y="3023630"/>
                </a:lnTo>
                <a:cubicBezTo>
                  <a:pt x="8354245" y="3033333"/>
                  <a:pt x="8348477" y="3084375"/>
                  <a:pt x="8348883" y="3096975"/>
                </a:cubicBezTo>
                <a:cubicBezTo>
                  <a:pt x="8363039" y="3142205"/>
                  <a:pt x="8312062" y="3160433"/>
                  <a:pt x="8331320" y="3216657"/>
                </a:cubicBezTo>
                <a:cubicBezTo>
                  <a:pt x="8335649" y="3237178"/>
                  <a:pt x="8345170" y="3299737"/>
                  <a:pt x="8334250" y="3310980"/>
                </a:cubicBezTo>
                <a:cubicBezTo>
                  <a:pt x="8331414" y="3323902"/>
                  <a:pt x="8334413" y="3339340"/>
                  <a:pt x="8323018" y="3344725"/>
                </a:cubicBezTo>
                <a:cubicBezTo>
                  <a:pt x="8309183" y="3353908"/>
                  <a:pt x="8327822" y="3400659"/>
                  <a:pt x="8312317" y="3393250"/>
                </a:cubicBezTo>
                <a:cubicBezTo>
                  <a:pt x="8325036" y="3426421"/>
                  <a:pt x="8307258" y="3487753"/>
                  <a:pt x="8299110" y="3514536"/>
                </a:cubicBezTo>
                <a:cubicBezTo>
                  <a:pt x="8293627" y="3563353"/>
                  <a:pt x="8281866" y="3650327"/>
                  <a:pt x="8279421" y="3686149"/>
                </a:cubicBezTo>
                <a:cubicBezTo>
                  <a:pt x="8277133" y="3687657"/>
                  <a:pt x="8276096" y="3677229"/>
                  <a:pt x="8273021" y="3692208"/>
                </a:cubicBezTo>
                <a:cubicBezTo>
                  <a:pt x="8269945" y="3707187"/>
                  <a:pt x="8252471" y="3757479"/>
                  <a:pt x="8260968" y="3776022"/>
                </a:cubicBezTo>
                <a:cubicBezTo>
                  <a:pt x="8231046" y="3875691"/>
                  <a:pt x="8223343" y="4023237"/>
                  <a:pt x="8209415" y="4060536"/>
                </a:cubicBezTo>
                <a:cubicBezTo>
                  <a:pt x="8204523" y="4150698"/>
                  <a:pt x="8212636" y="4164564"/>
                  <a:pt x="8203359" y="4222149"/>
                </a:cubicBezTo>
                <a:cubicBezTo>
                  <a:pt x="8198769" y="4287917"/>
                  <a:pt x="8194167" y="4339232"/>
                  <a:pt x="8197502" y="4364683"/>
                </a:cubicBezTo>
                <a:lnTo>
                  <a:pt x="8189960" y="4462471"/>
                </a:lnTo>
                <a:cubicBezTo>
                  <a:pt x="8192241" y="4503329"/>
                  <a:pt x="8157418" y="4500454"/>
                  <a:pt x="8157285" y="4526395"/>
                </a:cubicBezTo>
                <a:cubicBezTo>
                  <a:pt x="8151441" y="4623008"/>
                  <a:pt x="8136733" y="4632050"/>
                  <a:pt x="8127583" y="4649885"/>
                </a:cubicBezTo>
                <a:cubicBezTo>
                  <a:pt x="8109657" y="4687979"/>
                  <a:pt x="8101631" y="4758928"/>
                  <a:pt x="8086875" y="4799019"/>
                </a:cubicBezTo>
                <a:cubicBezTo>
                  <a:pt x="8070221" y="4834076"/>
                  <a:pt x="8077158" y="4811645"/>
                  <a:pt x="8071779" y="4849614"/>
                </a:cubicBezTo>
                <a:cubicBezTo>
                  <a:pt x="8057300" y="4853334"/>
                  <a:pt x="8029516" y="4883089"/>
                  <a:pt x="8046521" y="4919971"/>
                </a:cubicBezTo>
                <a:lnTo>
                  <a:pt x="7999171" y="5010766"/>
                </a:lnTo>
                <a:cubicBezTo>
                  <a:pt x="7980458" y="4983259"/>
                  <a:pt x="7994018" y="5107656"/>
                  <a:pt x="7974494" y="5088190"/>
                </a:cubicBezTo>
                <a:cubicBezTo>
                  <a:pt x="7961479" y="5102008"/>
                  <a:pt x="7970341" y="5118851"/>
                  <a:pt x="7960017" y="5143922"/>
                </a:cubicBezTo>
                <a:cubicBezTo>
                  <a:pt x="7951381" y="5192745"/>
                  <a:pt x="7947519" y="5226225"/>
                  <a:pt x="7940570" y="5284346"/>
                </a:cubicBezTo>
                <a:cubicBezTo>
                  <a:pt x="7938188" y="5338386"/>
                  <a:pt x="7933705" y="5337325"/>
                  <a:pt x="7923844" y="5390948"/>
                </a:cubicBezTo>
                <a:cubicBezTo>
                  <a:pt x="7922596" y="5429655"/>
                  <a:pt x="7906054" y="5449508"/>
                  <a:pt x="7905061" y="5470854"/>
                </a:cubicBezTo>
                <a:cubicBezTo>
                  <a:pt x="7925924" y="5526328"/>
                  <a:pt x="7883497" y="5496377"/>
                  <a:pt x="7900574" y="5529643"/>
                </a:cubicBezTo>
                <a:cubicBezTo>
                  <a:pt x="7894813" y="5550879"/>
                  <a:pt x="7899366" y="5587444"/>
                  <a:pt x="7889879" y="5597292"/>
                </a:cubicBezTo>
                <a:lnTo>
                  <a:pt x="7881533" y="5608899"/>
                </a:lnTo>
                <a:cubicBezTo>
                  <a:pt x="7877694" y="5623501"/>
                  <a:pt x="7869316" y="5660431"/>
                  <a:pt x="7866845" y="5684911"/>
                </a:cubicBezTo>
                <a:cubicBezTo>
                  <a:pt x="7856004" y="5692608"/>
                  <a:pt x="7861304" y="5734344"/>
                  <a:pt x="7866707" y="5755776"/>
                </a:cubicBezTo>
                <a:cubicBezTo>
                  <a:pt x="7867905" y="5792777"/>
                  <a:pt x="7841786" y="5848613"/>
                  <a:pt x="7858630" y="5889599"/>
                </a:cubicBezTo>
                <a:cubicBezTo>
                  <a:pt x="7861076" y="5932097"/>
                  <a:pt x="7859359" y="5940901"/>
                  <a:pt x="7862852" y="5989744"/>
                </a:cubicBezTo>
                <a:cubicBezTo>
                  <a:pt x="7870213" y="6020787"/>
                  <a:pt x="7836478" y="6024963"/>
                  <a:pt x="7834617" y="6084926"/>
                </a:cubicBezTo>
                <a:cubicBezTo>
                  <a:pt x="7828898" y="6134231"/>
                  <a:pt x="7850648" y="6240432"/>
                  <a:pt x="7830440" y="6346549"/>
                </a:cubicBezTo>
                <a:cubicBezTo>
                  <a:pt x="7840187" y="6409741"/>
                  <a:pt x="7834403" y="6468689"/>
                  <a:pt x="7828988" y="6527527"/>
                </a:cubicBezTo>
                <a:cubicBezTo>
                  <a:pt x="7812745" y="6585667"/>
                  <a:pt x="7840670" y="6579284"/>
                  <a:pt x="7833220" y="6627129"/>
                </a:cubicBezTo>
                <a:cubicBezTo>
                  <a:pt x="7836598" y="6635153"/>
                  <a:pt x="7838259" y="6697665"/>
                  <a:pt x="7833451" y="6694819"/>
                </a:cubicBezTo>
                <a:cubicBezTo>
                  <a:pt x="7835476" y="6716947"/>
                  <a:pt x="7854551" y="6732844"/>
                  <a:pt x="7859394" y="6765445"/>
                </a:cubicBezTo>
                <a:cubicBezTo>
                  <a:pt x="7860760" y="6776325"/>
                  <a:pt x="7863817" y="6810511"/>
                  <a:pt x="7866873" y="6844697"/>
                </a:cubicBezTo>
                <a:lnTo>
                  <a:pt x="7868076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944D8A-D642-7D46-540A-F94D38B69078}"/>
              </a:ext>
            </a:extLst>
          </p:cNvPr>
          <p:cNvSpPr txBox="1"/>
          <p:nvPr/>
        </p:nvSpPr>
        <p:spPr>
          <a:xfrm>
            <a:off x="6276976" y="1045174"/>
            <a:ext cx="4661092" cy="2795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 kern="1200" dirty="0">
                <a:solidFill>
                  <a:schemeClr val="accent1">
                    <a:lumMod val="25000"/>
                  </a:schemeClr>
                </a:solidFill>
                <a:latin typeface="Mona Sans Expanded SemiBold" pitchFamily="2" charset="0"/>
                <a:ea typeface="+mj-ea"/>
                <a:cs typeface="+mj-cs"/>
              </a:rPr>
              <a:t>Questions</a:t>
            </a:r>
          </a:p>
        </p:txBody>
      </p:sp>
      <p:pic>
        <p:nvPicPr>
          <p:cNvPr id="31" name="Graphic 30" descr="Question mark">
            <a:extLst>
              <a:ext uri="{FF2B5EF4-FFF2-40B4-BE49-F238E27FC236}">
                <a16:creationId xmlns:a16="http://schemas.microsoft.com/office/drawing/2014/main" id="{647100BC-C3A2-B22D-50EA-48FB5049ED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7387" y="1635593"/>
            <a:ext cx="3647438" cy="3647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460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1562</TotalTime>
  <Words>721</Words>
  <Application>Microsoft Office PowerPoint</Application>
  <PresentationFormat>Widescreen</PresentationFormat>
  <Paragraphs>126</Paragraphs>
  <Slides>37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7" baseType="lpstr">
      <vt:lpstr>Aptos</vt:lpstr>
      <vt:lpstr>Aptos Display</vt:lpstr>
      <vt:lpstr>Arial</vt:lpstr>
      <vt:lpstr>Courier New</vt:lpstr>
      <vt:lpstr>Mona Sans Expanded</vt:lpstr>
      <vt:lpstr>Mona Sans Expanded Black</vt:lpstr>
      <vt:lpstr>Mona Sans Expanded ExtraBold</vt:lpstr>
      <vt:lpstr>Mona Sans Expanded SemiBold</vt:lpstr>
      <vt:lpstr>Times New Roman</vt:lpstr>
      <vt:lpstr>Office Theme</vt:lpstr>
      <vt:lpstr>Hotel Network Infrastructure Design Using Cisco Packet Tracer</vt:lpstr>
      <vt:lpstr>Project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RAFAY SADIQ</dc:creator>
  <cp:lastModifiedBy>RAFAY SADIQ</cp:lastModifiedBy>
  <cp:revision>22</cp:revision>
  <dcterms:created xsi:type="dcterms:W3CDTF">2025-12-23T01:35:41Z</dcterms:created>
  <dcterms:modified xsi:type="dcterms:W3CDTF">2026-01-29T19:25:39Z</dcterms:modified>
</cp:coreProperties>
</file>